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6F77-E906-1BBD-D2BB-CAEA26920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4AEB9-A899-EC7B-BE77-008D65CD4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83B8A-2DD2-5DD2-24CB-00F1CC87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0FA5-A751-348C-C46F-294F9186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4D13-CD47-EDC2-9DFC-D5FB1FCA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99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6C25-4728-43E3-C79E-D3373967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D5B5-AFE8-A4BA-5827-99631B5AE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6863B-DDEC-29CC-CEC7-91E151D9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F9A8-73DF-A4FE-7688-2DF04801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CC58-DA06-6324-5D7C-7177E817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8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F2A5B-C74C-65B2-112B-9BC54CA7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2573D-DC96-D432-8A6B-5F76CEFD3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963A-CB65-F97D-003C-0C21126B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8EC5-DDAF-C853-E9C8-E2376558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BFE29-7DC4-FA77-C0FB-0736DC88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42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2EF5-777D-8278-4999-333BC210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375A5-0D85-DF75-B033-40EB6E974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F533B-328F-A81E-B681-30B7B6B99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57C71-9D2C-BF0F-6756-077898B6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CC78A-9C56-BD22-3F2F-2564D8D4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40610-28AF-4B43-1C62-73822D37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5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DD82-DA10-15F0-3E70-814E6F80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92D87-DBDC-5206-8824-0AF9F07FF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AEA12-3842-2E73-90E7-E551526BE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876CF-7CDD-6115-74E8-DC5CA03E1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054B8-DA2F-33CF-A8A6-167FC052C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095A7-C4BA-8715-7271-E9AF5878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1C535-6AA0-A62B-7043-843F40B6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C1DB1-82EC-A527-ABA8-29868409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4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3BAE-4ADA-DAA6-CF5A-507AE367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9D560-0091-7291-7109-670F68B6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EE864-E3E8-2E90-1B78-8B7C2901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0D5C9-DE86-5B23-D85C-78151D9E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20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75E83-3B56-B44C-4F8F-A319DF14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0C5C3-FBBF-0D74-2503-D1C4AE7C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AC0CF-D825-4E50-5542-7941AEEF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1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9D88-2A26-9CEA-7580-B4FA695BB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240B-415D-7CFB-2E7A-000FFD44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2CB30-5646-05B4-7831-87196669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D39D-944D-CF30-5699-0F7CBD04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37D54-14EA-1CEB-C75E-49DC3840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9BA37-0F27-E3E8-30BC-228C6DD9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5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BFC1-878C-6F60-CB46-62F73CE6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8DC0D-23BE-EFD5-2348-81B9E91F2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199AB-2DBA-DEFA-0408-9E8CC4B36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A31E-4EB6-4D3E-A6C9-7FF5523D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C4135-C292-0025-6D7C-DC5BC2CA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428F4-7993-F2CD-1ADC-B244B3FC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41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D7B5-086C-E229-AA88-B4F0C617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C7A10-CF1E-57D2-645D-E455722A4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67513-7483-1506-35A5-C793D074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8D05D-6CEF-37B4-3D5C-6E0A84A5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B777-DB63-5FFE-185B-561C7531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6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D329B-6ADF-C3B6-C7FB-CEB09FE75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6E8E0-2349-65DD-D992-9743E9F5B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6C507-39AC-4BF1-4275-6D92BFE4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C632-ADB9-E948-1EFD-6523CA65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A8870-A2BE-3B66-239E-E842A219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93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F42B7-9120-CE55-5A1B-F6BDBDEC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61F7E-855E-64F6-EAB1-0CE29C6C7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119D6-AD23-F9BE-4DB2-865AC46E5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BC369-5136-4130-A78E-B2AEAB474C2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EA16F-24F3-337F-C41E-CAE438C3A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B432-1064-0AF4-5AA5-1EE391F9B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B0F6C-6C76-46B6-B138-024E5CA28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50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7D15-60AE-DD98-69E3-6EBD472FC8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F436D-FBD2-0A9A-5A68-068CEC20A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0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F464EDCA-9F36-F876-20EF-BFDF5075856D}"/>
              </a:ext>
            </a:extLst>
          </p:cNvPr>
          <p:cNvSpPr/>
          <p:nvPr/>
        </p:nvSpPr>
        <p:spPr>
          <a:xfrm>
            <a:off x="3829457" y="430042"/>
            <a:ext cx="1342417" cy="4259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Image 1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676101A5-05DF-739B-2EA3-C58F4827B5BB}"/>
              </a:ext>
            </a:extLst>
          </p:cNvPr>
          <p:cNvSpPr/>
          <p:nvPr/>
        </p:nvSpPr>
        <p:spPr>
          <a:xfrm>
            <a:off x="7020127" y="430042"/>
            <a:ext cx="1342417" cy="4259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Image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A9DE8B-896F-277D-FAEA-ACF629C0FC05}"/>
              </a:ext>
            </a:extLst>
          </p:cNvPr>
          <p:cNvCxnSpPr>
            <a:cxnSpLocks/>
          </p:cNvCxnSpPr>
          <p:nvPr/>
        </p:nvCxnSpPr>
        <p:spPr>
          <a:xfrm>
            <a:off x="4500665" y="856032"/>
            <a:ext cx="0" cy="486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01F77-35AF-3331-2974-7F17F1B1C92A}"/>
              </a:ext>
            </a:extLst>
          </p:cNvPr>
          <p:cNvCxnSpPr>
            <a:cxnSpLocks/>
          </p:cNvCxnSpPr>
          <p:nvPr/>
        </p:nvCxnSpPr>
        <p:spPr>
          <a:xfrm>
            <a:off x="7691335" y="856032"/>
            <a:ext cx="0" cy="486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23D8F622-FB82-AA9B-F888-CE85131A338B}"/>
              </a:ext>
            </a:extLst>
          </p:cNvPr>
          <p:cNvSpPr/>
          <p:nvPr/>
        </p:nvSpPr>
        <p:spPr>
          <a:xfrm>
            <a:off x="5405336" y="2930652"/>
            <a:ext cx="1381327" cy="113080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Fusion Rule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8A570D-6BF2-EFEC-59BD-E69A455EDACE}"/>
              </a:ext>
            </a:extLst>
          </p:cNvPr>
          <p:cNvCxnSpPr>
            <a:cxnSpLocks/>
          </p:cNvCxnSpPr>
          <p:nvPr/>
        </p:nvCxnSpPr>
        <p:spPr>
          <a:xfrm>
            <a:off x="6095999" y="4061460"/>
            <a:ext cx="0" cy="486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AD5EF0-7AA9-D2D5-56CB-D627AA726E2A}"/>
              </a:ext>
            </a:extLst>
          </p:cNvPr>
          <p:cNvCxnSpPr>
            <a:cxnSpLocks/>
          </p:cNvCxnSpPr>
          <p:nvPr/>
        </p:nvCxnSpPr>
        <p:spPr>
          <a:xfrm>
            <a:off x="6095999" y="5556198"/>
            <a:ext cx="0" cy="361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1DBE9DF5-A44E-EDA3-0BA8-712A72BA6F84}"/>
              </a:ext>
            </a:extLst>
          </p:cNvPr>
          <p:cNvSpPr/>
          <p:nvPr/>
        </p:nvSpPr>
        <p:spPr>
          <a:xfrm>
            <a:off x="5424790" y="5925769"/>
            <a:ext cx="1342417" cy="62742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Fused Image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E341A4E4-3426-DE7A-6866-B37ECFC2D79D}"/>
              </a:ext>
            </a:extLst>
          </p:cNvPr>
          <p:cNvSpPr/>
          <p:nvPr/>
        </p:nvSpPr>
        <p:spPr>
          <a:xfrm>
            <a:off x="4038333" y="1350035"/>
            <a:ext cx="461819" cy="4863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</a:t>
            </a:r>
          </a:p>
        </p:txBody>
      </p: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id="{A5A80101-18C5-AE61-3E65-3B7694A87C2D}"/>
              </a:ext>
            </a:extLst>
          </p:cNvPr>
          <p:cNvSpPr/>
          <p:nvPr/>
        </p:nvSpPr>
        <p:spPr>
          <a:xfrm>
            <a:off x="4038333" y="1836422"/>
            <a:ext cx="457742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HL</a:t>
            </a: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F8F71D60-0E8F-6E00-A0AC-5B9E8A6AF1D8}"/>
              </a:ext>
            </a:extLst>
          </p:cNvPr>
          <p:cNvSpPr/>
          <p:nvPr/>
        </p:nvSpPr>
        <p:spPr>
          <a:xfrm>
            <a:off x="4496624" y="1836422"/>
            <a:ext cx="483045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HH</a:t>
            </a: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CA2D3203-B1FF-DACD-F38E-2DA67CF73C2A}"/>
              </a:ext>
            </a:extLst>
          </p:cNvPr>
          <p:cNvSpPr/>
          <p:nvPr/>
        </p:nvSpPr>
        <p:spPr>
          <a:xfrm>
            <a:off x="4496584" y="1350036"/>
            <a:ext cx="483035" cy="4863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LH</a:t>
            </a:r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3AE9B3FD-C9E6-3276-3C28-C155697F2717}"/>
              </a:ext>
            </a:extLst>
          </p:cNvPr>
          <p:cNvSpPr/>
          <p:nvPr/>
        </p:nvSpPr>
        <p:spPr>
          <a:xfrm>
            <a:off x="7233084" y="1342416"/>
            <a:ext cx="461819" cy="4863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</a:t>
            </a: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E8609223-42A8-7D03-373B-FA72FBD3428D}"/>
              </a:ext>
            </a:extLst>
          </p:cNvPr>
          <p:cNvSpPr/>
          <p:nvPr/>
        </p:nvSpPr>
        <p:spPr>
          <a:xfrm>
            <a:off x="7233084" y="1828803"/>
            <a:ext cx="457742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HL</a:t>
            </a:r>
          </a:p>
        </p:txBody>
      </p:sp>
      <p:sp>
        <p:nvSpPr>
          <p:cNvPr id="59" name="Flowchart: Process 58">
            <a:extLst>
              <a:ext uri="{FF2B5EF4-FFF2-40B4-BE49-F238E27FC236}">
                <a16:creationId xmlns:a16="http://schemas.microsoft.com/office/drawing/2014/main" id="{649A6F02-28BD-DC13-BCBB-A60F186F64D0}"/>
              </a:ext>
            </a:extLst>
          </p:cNvPr>
          <p:cNvSpPr/>
          <p:nvPr/>
        </p:nvSpPr>
        <p:spPr>
          <a:xfrm>
            <a:off x="7691375" y="1828803"/>
            <a:ext cx="483045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HH</a:t>
            </a:r>
          </a:p>
        </p:txBody>
      </p:sp>
      <p:sp>
        <p:nvSpPr>
          <p:cNvPr id="60" name="Flowchart: Process 59">
            <a:extLst>
              <a:ext uri="{FF2B5EF4-FFF2-40B4-BE49-F238E27FC236}">
                <a16:creationId xmlns:a16="http://schemas.microsoft.com/office/drawing/2014/main" id="{0511663D-DEF4-006F-1384-00FC4CDBBE79}"/>
              </a:ext>
            </a:extLst>
          </p:cNvPr>
          <p:cNvSpPr/>
          <p:nvPr/>
        </p:nvSpPr>
        <p:spPr>
          <a:xfrm>
            <a:off x="7691335" y="1342417"/>
            <a:ext cx="483035" cy="4863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LH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40DDE9-58FB-5D41-E2B4-A8D1EE4CB1EB}"/>
              </a:ext>
            </a:extLst>
          </p:cNvPr>
          <p:cNvCxnSpPr>
            <a:cxnSpLocks/>
          </p:cNvCxnSpPr>
          <p:nvPr/>
        </p:nvCxnSpPr>
        <p:spPr>
          <a:xfrm>
            <a:off x="4490936" y="2359611"/>
            <a:ext cx="1273594" cy="836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21E518C-5E34-8F0D-4532-4AE40DCC3E97}"/>
              </a:ext>
            </a:extLst>
          </p:cNvPr>
          <p:cNvCxnSpPr>
            <a:cxnSpLocks/>
          </p:cNvCxnSpPr>
          <p:nvPr/>
        </p:nvCxnSpPr>
        <p:spPr>
          <a:xfrm flipH="1">
            <a:off x="6427472" y="2350770"/>
            <a:ext cx="1273594" cy="836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Flowchart: Process 64">
            <a:extLst>
              <a:ext uri="{FF2B5EF4-FFF2-40B4-BE49-F238E27FC236}">
                <a16:creationId xmlns:a16="http://schemas.microsoft.com/office/drawing/2014/main" id="{3B5E7581-8F93-E0CC-D27B-B4B43E710781}"/>
              </a:ext>
            </a:extLst>
          </p:cNvPr>
          <p:cNvSpPr/>
          <p:nvPr/>
        </p:nvSpPr>
        <p:spPr>
          <a:xfrm>
            <a:off x="5637748" y="4555463"/>
            <a:ext cx="461819" cy="4863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</a:t>
            </a:r>
          </a:p>
        </p:txBody>
      </p:sp>
      <p:sp>
        <p:nvSpPr>
          <p:cNvPr id="66" name="Flowchart: Process 65">
            <a:extLst>
              <a:ext uri="{FF2B5EF4-FFF2-40B4-BE49-F238E27FC236}">
                <a16:creationId xmlns:a16="http://schemas.microsoft.com/office/drawing/2014/main" id="{570F3037-206E-A9A5-983D-5B10D431A20C}"/>
              </a:ext>
            </a:extLst>
          </p:cNvPr>
          <p:cNvSpPr/>
          <p:nvPr/>
        </p:nvSpPr>
        <p:spPr>
          <a:xfrm>
            <a:off x="5637748" y="5041850"/>
            <a:ext cx="457742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HL</a:t>
            </a:r>
          </a:p>
        </p:txBody>
      </p:sp>
      <p:sp>
        <p:nvSpPr>
          <p:cNvPr id="67" name="Flowchart: Process 66">
            <a:extLst>
              <a:ext uri="{FF2B5EF4-FFF2-40B4-BE49-F238E27FC236}">
                <a16:creationId xmlns:a16="http://schemas.microsoft.com/office/drawing/2014/main" id="{AE1F401F-4ED9-F32A-65E6-9ADA73CEBFB1}"/>
              </a:ext>
            </a:extLst>
          </p:cNvPr>
          <p:cNvSpPr/>
          <p:nvPr/>
        </p:nvSpPr>
        <p:spPr>
          <a:xfrm>
            <a:off x="6096039" y="5041850"/>
            <a:ext cx="483045" cy="5143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HH</a:t>
            </a:r>
          </a:p>
        </p:txBody>
      </p:sp>
      <p:sp>
        <p:nvSpPr>
          <p:cNvPr id="68" name="Flowchart: Process 67">
            <a:extLst>
              <a:ext uri="{FF2B5EF4-FFF2-40B4-BE49-F238E27FC236}">
                <a16:creationId xmlns:a16="http://schemas.microsoft.com/office/drawing/2014/main" id="{A98CD81E-1140-FEEF-8728-2FB9839BF8A1}"/>
              </a:ext>
            </a:extLst>
          </p:cNvPr>
          <p:cNvSpPr/>
          <p:nvPr/>
        </p:nvSpPr>
        <p:spPr>
          <a:xfrm>
            <a:off x="6095999" y="4555464"/>
            <a:ext cx="483035" cy="4863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LH</a:t>
            </a:r>
          </a:p>
        </p:txBody>
      </p: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C3077646-31DA-19A0-7B1F-8D61BB31AA1D}"/>
              </a:ext>
            </a:extLst>
          </p:cNvPr>
          <p:cNvSpPr/>
          <p:nvPr/>
        </p:nvSpPr>
        <p:spPr>
          <a:xfrm>
            <a:off x="3439542" y="934358"/>
            <a:ext cx="779830" cy="329728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DWT</a:t>
            </a:r>
          </a:p>
        </p:txBody>
      </p:sp>
      <p:sp>
        <p:nvSpPr>
          <p:cNvPr id="71" name="Flowchart: Process 70">
            <a:extLst>
              <a:ext uri="{FF2B5EF4-FFF2-40B4-BE49-F238E27FC236}">
                <a16:creationId xmlns:a16="http://schemas.microsoft.com/office/drawing/2014/main" id="{CB0B3371-D606-6E53-2D7D-44FFB4BEA0BD}"/>
              </a:ext>
            </a:extLst>
          </p:cNvPr>
          <p:cNvSpPr/>
          <p:nvPr/>
        </p:nvSpPr>
        <p:spPr>
          <a:xfrm>
            <a:off x="7972629" y="934360"/>
            <a:ext cx="779830" cy="329728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DWT</a:t>
            </a:r>
          </a:p>
        </p:txBody>
      </p:sp>
      <p:sp>
        <p:nvSpPr>
          <p:cNvPr id="72" name="Flowchart: Process 71">
            <a:extLst>
              <a:ext uri="{FF2B5EF4-FFF2-40B4-BE49-F238E27FC236}">
                <a16:creationId xmlns:a16="http://schemas.microsoft.com/office/drawing/2014/main" id="{2F1CFAF0-C5A3-F8DC-995F-6C81380889B4}"/>
              </a:ext>
            </a:extLst>
          </p:cNvPr>
          <p:cNvSpPr/>
          <p:nvPr/>
        </p:nvSpPr>
        <p:spPr>
          <a:xfrm>
            <a:off x="6189119" y="5572310"/>
            <a:ext cx="779830" cy="3297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IDWT</a:t>
            </a:r>
          </a:p>
        </p:txBody>
      </p:sp>
      <p:sp>
        <p:nvSpPr>
          <p:cNvPr id="73" name="Flowchart: Process 72">
            <a:extLst>
              <a:ext uri="{FF2B5EF4-FFF2-40B4-BE49-F238E27FC236}">
                <a16:creationId xmlns:a16="http://schemas.microsoft.com/office/drawing/2014/main" id="{92553509-C1E5-EB99-C450-BBDC3F92B1E8}"/>
              </a:ext>
            </a:extLst>
          </p:cNvPr>
          <p:cNvSpPr/>
          <p:nvPr/>
        </p:nvSpPr>
        <p:spPr>
          <a:xfrm>
            <a:off x="6786663" y="4798656"/>
            <a:ext cx="1965796" cy="514348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Fused Image in Transform Domain</a:t>
            </a:r>
          </a:p>
        </p:txBody>
      </p:sp>
    </p:spTree>
    <p:extLst>
      <p:ext uri="{BB962C8B-B14F-4D97-AF65-F5344CB8AC3E}">
        <p14:creationId xmlns:p14="http://schemas.microsoft.com/office/powerpoint/2010/main" val="14450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 Sah</dc:creator>
  <cp:lastModifiedBy>Shubham Kumar Sah</cp:lastModifiedBy>
  <cp:revision>6</cp:revision>
  <dcterms:created xsi:type="dcterms:W3CDTF">2025-11-26T16:55:27Z</dcterms:created>
  <dcterms:modified xsi:type="dcterms:W3CDTF">2025-11-26T17:19:26Z</dcterms:modified>
</cp:coreProperties>
</file>