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B1EB5-AD17-4B12-8CBC-EC8266648CFD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34E8B4-127F-41BE-9A19-4AD3921299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23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34E8B4-127F-41BE-9A19-4AD3921299F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283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0B88-E447-82A5-79B5-65F2FDD40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6141D-7175-4EF1-FE2B-4AAED0BB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EFF7C-A5D3-1DD9-DB50-550FFD331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9FE48-21F1-B964-2C61-A24D60A04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24FB8-A407-713B-A874-FB599EB1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3740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DE778-1ECC-9C0F-C021-A90FBE183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6E96D-4547-E279-E273-E9E6751FF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A6A68-F342-2220-86D4-E5D61C74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1266-4F4F-2D27-1425-D2F412CD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78EC0-C492-E72E-B6A6-D829B9A6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4912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E08DF-2867-901D-42C3-DCE6471EB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3503C-2ECA-B70A-B607-BB657C7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3040A-1583-873A-313A-4A86FEEA1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1336-5BA6-39FA-C059-47289465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E9A6-299E-6758-C8C8-96E7BD91F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5991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8636-6A1D-27A1-AC2A-2B8C7475B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B3812-1E62-2973-FC7C-6B3DE00AF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61906-9A74-C8DA-379C-2BA4E225D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07667-2783-77A4-7213-3BD7039F6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E9E3C-3FFB-330E-6E30-397F94BED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41E814-41B5-BC1A-CF18-B224004B2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4093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C060-FD74-8EF0-7B70-C9BD4A4E2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571B7-0AE8-F118-10F3-679AD730D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24B30C-6FE2-952C-3C09-D6C0DAE35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35EC7-0ADC-74CA-6ECD-4AB5C436F4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A760B7-E61E-D63B-B0AE-B102802533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D17819-6D10-B9C0-279C-7293410B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EDD2E1-053E-7BCA-BFD2-4E622F4A7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C48102-183B-C6B6-4937-15191DF20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2120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E3ED-7AB4-8F43-AA84-5C4760336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5FA5C1-0FAE-B481-EDF8-44386DB13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DCF492-D162-0DC3-7B0A-3FDF575A6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7DB2F-A058-8821-44CA-B3ACA994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034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EE54-CC29-CB0F-D7E1-2A8C7E33D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A3ADB2-36D2-6A82-B463-354AFF1A9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2B2CF-9AE5-4307-C183-FACE6481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19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006F-9431-13B3-AFF8-F8536DA9D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51C2B-4252-166D-EE50-ACA066B04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DB4AA-CAA4-F2B6-7D76-FE15E95DA2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A5BCCA-5BD9-E75C-B98D-4DC54F510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786D9-C97B-1788-F55E-4E7D6939B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BA114-FCD6-6130-87CE-3B2C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6001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FF8CB-EA2E-0AFD-7A41-8D991240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B5879D-ED59-9FA6-8892-968D37549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C4766-745B-C10F-91E7-323DBA473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A492D-AE56-8A33-F089-3AC283C3B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FF702D-0D0E-359B-0839-B8F8DF1DC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07479-5059-3342-C294-763067E1E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706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56B6-D944-89B0-A693-56A045A2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D14CF-E721-C04B-B65E-9B10FF96B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F68C-00B8-CD7B-A99D-81C407992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AE91B-2181-4ED8-A2C3-C3373C981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1ECC5-9821-35E7-2C7D-0AAD59C5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61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B5407E-73E5-A16D-39DD-92BD6CB2DD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CB444-676D-D647-6992-CBF795300A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2F73B-9F81-BDAE-0078-9B52BA4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E3938-3CCC-E21C-E80F-59E52C0AB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CE429-EDB6-BC0C-CA83-2D84E21E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092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B2B03-EC14-182D-70FE-3EC99B223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02AC1-826E-A893-8F89-C4A1C4BD6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CDBC0-2059-ED71-4EC4-776A680B84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59AC8-D1E1-47FC-89C7-8CFEDBB34742}" type="datetimeFigureOut">
              <a:rPr lang="en-IN" smtClean="0"/>
              <a:t>21-11-2025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8D394-1F85-5814-6476-B5BC00D000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A827F-3BBB-C117-C396-55A60E6D2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243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E60750-B3CD-10C6-EC11-B5D794EE587E}"/>
              </a:ext>
            </a:extLst>
          </p:cNvPr>
          <p:cNvSpPr/>
          <p:nvPr/>
        </p:nvSpPr>
        <p:spPr>
          <a:xfrm>
            <a:off x="2057401" y="233666"/>
            <a:ext cx="1371600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Infrared Image</a:t>
            </a:r>
            <a:endParaRPr lang="en-IN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CCDD5-910B-0298-1E1D-40D9A84B0813}"/>
              </a:ext>
            </a:extLst>
          </p:cNvPr>
          <p:cNvSpPr/>
          <p:nvPr/>
        </p:nvSpPr>
        <p:spPr>
          <a:xfrm>
            <a:off x="8763001" y="233666"/>
            <a:ext cx="1371600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Visible Image</a:t>
            </a:r>
            <a:endParaRPr lang="en-IN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C651C4-FECB-C3B2-FD41-BC4801D186D5}"/>
              </a:ext>
            </a:extLst>
          </p:cNvPr>
          <p:cNvSpPr/>
          <p:nvPr/>
        </p:nvSpPr>
        <p:spPr>
          <a:xfrm>
            <a:off x="3876677" y="1672321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Salient Mask</a:t>
            </a:r>
            <a:endParaRPr lang="en-IN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02EC35-9C22-DD40-D82D-787243924D45}"/>
              </a:ext>
            </a:extLst>
          </p:cNvPr>
          <p:cNvSpPr/>
          <p:nvPr/>
        </p:nvSpPr>
        <p:spPr>
          <a:xfrm>
            <a:off x="7010400" y="1676213"/>
            <a:ext cx="151311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Background Mask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091941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9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Kumar Sah</dc:creator>
  <cp:lastModifiedBy>Shubham Kumar Sah</cp:lastModifiedBy>
  <cp:revision>3</cp:revision>
  <dcterms:created xsi:type="dcterms:W3CDTF">2025-11-21T07:46:46Z</dcterms:created>
  <dcterms:modified xsi:type="dcterms:W3CDTF">2025-11-21T13:18:08Z</dcterms:modified>
</cp:coreProperties>
</file>