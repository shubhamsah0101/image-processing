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80" d="100"/>
          <a:sy n="80" d="100"/>
        </p:scale>
        <p:origin x="78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1B1EB5-AD17-4B12-8CBC-EC8266648CFD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34E8B4-127F-41BE-9A19-4AD3921299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0235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34E8B4-127F-41BE-9A19-4AD3921299F9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3283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D0B88-E447-82A5-79B5-65F2FDD40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46141D-7175-4EF1-FE2B-4AAED0BB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EEFF7C-A5D3-1DD9-DB50-550FFD331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49FE48-21F1-B964-2C61-A24D60A04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24FB8-A407-713B-A874-FB599EB15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37409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DE778-1ECC-9C0F-C021-A90FBE183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6E96D-4547-E279-E273-E9E6751FF5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FA6A68-F342-2220-86D4-E5D61C745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8C1266-4F4F-2D27-1425-D2F412CD3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678EC0-C492-E72E-B6A6-D829B9A6B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4912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E08DF-2867-901D-42C3-DCE6471EB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73503C-2ECA-B70A-B607-BB657C75EC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13040A-1583-873A-313A-4A86FEEA1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21336-5BA6-39FA-C059-47289465F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AE9A6-299E-6758-C8C8-96E7BD91F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5991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28636-6A1D-27A1-AC2A-2B8C7475B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B3812-1E62-2973-FC7C-6B3DE00AF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61906-9A74-C8DA-379C-2BA4E225D3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D07667-2783-77A4-7213-3BD7039F6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FE9E3C-3FFB-330E-6E30-397F94BED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41E814-41B5-BC1A-CF18-B224004B2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4093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DC060-FD74-8EF0-7B70-C9BD4A4E2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1571B7-0AE8-F118-10F3-679AD730D3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24B30C-6FE2-952C-3C09-D6C0DAE351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035EC7-0ADC-74CA-6ECD-4AB5C436F4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A760B7-E61E-D63B-B0AE-B102802533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D17819-6D10-B9C0-279C-7293410B2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EDD2E1-053E-7BCA-BFD2-4E622F4A7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C48102-183B-C6B6-4937-15191DF20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82120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BE3ED-7AB4-8F43-AA84-5C4760336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5FA5C1-0FAE-B481-EDF8-44386DB130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DCF492-D162-0DC3-7B0A-3FDF575A6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97DB2F-A058-8821-44CA-B3ACA994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3034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26EE54-CC29-CB0F-D7E1-2A8C7E33D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A3ADB2-36D2-6A82-B463-354AFF1A9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E2B2CF-9AE5-4307-C183-FACE64812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0197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D006F-9431-13B3-AFF8-F8536DA9D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51C2B-4252-166D-EE50-ACA066B044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DB4AA-CAA4-F2B6-7D76-FE15E95DA2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A5BCCA-5BD9-E75C-B98D-4DC54F510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7786D9-C97B-1788-F55E-4E7D6939B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BA114-FCD6-6130-87CE-3B2CD4632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6001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FF8CB-EA2E-0AFD-7A41-8D9912408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4B5879D-ED59-9FA6-8892-968D375498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3C4766-745B-C10F-91E7-323DBA473C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9A492D-AE56-8A33-F089-3AC283C3B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FF702D-0D0E-359B-0839-B8F8DF1DC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607479-5059-3342-C294-763067E1E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706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956B6-D944-89B0-A693-56A045A22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D14CF-E721-C04B-B65E-9B10FF96B6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4F68C-00B8-CD7B-A99D-81C407992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AE91B-2181-4ED8-A2C3-C3373C981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41ECC5-9821-35E7-2C7D-0AAD59C5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5961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B5407E-73E5-A16D-39DD-92BD6CB2DD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5CB444-676D-D647-6992-CBF795300A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62F73B-9F81-BDAE-0078-9B52BA4CF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E3938-3CCC-E21C-E80F-59E52C0AB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CCE429-EDB6-BC0C-CA83-2D84E21EB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7092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CB2B03-EC14-182D-70FE-3EC99B223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602AC1-826E-A893-8F89-C4A1C4BD6D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9CDBC0-2059-ED71-4EC4-776A680B84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059AC8-D1E1-47FC-89C7-8CFEDBB34742}" type="datetimeFigureOut">
              <a:rPr lang="en-IN" smtClean="0"/>
              <a:t>22-11-2025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F8D394-1F85-5814-6476-B5BC00D000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A827F-3BBB-C117-C396-55A60E6D23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2435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FE60750-B3CD-10C6-EC11-B5D794EE587E}"/>
              </a:ext>
            </a:extLst>
          </p:cNvPr>
          <p:cNvSpPr/>
          <p:nvPr/>
        </p:nvSpPr>
        <p:spPr>
          <a:xfrm>
            <a:off x="2743200" y="254077"/>
            <a:ext cx="1371600" cy="3106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Infrared Image</a:t>
            </a:r>
            <a:endParaRPr lang="en-IN" sz="1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3CCDD5-910B-0298-1E1D-40D9A84B0813}"/>
              </a:ext>
            </a:extLst>
          </p:cNvPr>
          <p:cNvSpPr/>
          <p:nvPr/>
        </p:nvSpPr>
        <p:spPr>
          <a:xfrm>
            <a:off x="8239662" y="254077"/>
            <a:ext cx="1371600" cy="3106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Visible Image</a:t>
            </a:r>
            <a:endParaRPr lang="en-IN" sz="14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C651C4-FECB-C3B2-FD41-BC4801D186D5}"/>
              </a:ext>
            </a:extLst>
          </p:cNvPr>
          <p:cNvSpPr/>
          <p:nvPr/>
        </p:nvSpPr>
        <p:spPr>
          <a:xfrm>
            <a:off x="2776539" y="1771260"/>
            <a:ext cx="1304924" cy="3106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Salient Mask</a:t>
            </a:r>
            <a:endParaRPr lang="en-IN" sz="14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02EC35-9C22-DD40-D82D-787243924D45}"/>
              </a:ext>
            </a:extLst>
          </p:cNvPr>
          <p:cNvSpPr/>
          <p:nvPr/>
        </p:nvSpPr>
        <p:spPr>
          <a:xfrm>
            <a:off x="8168905" y="1771260"/>
            <a:ext cx="1513114" cy="3106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Background Mask</a:t>
            </a:r>
            <a:endParaRPr lang="en-IN" sz="1400" dirty="0"/>
          </a:p>
        </p:txBody>
      </p:sp>
      <p:sp>
        <p:nvSpPr>
          <p:cNvPr id="3" name="Flowchart: Summing Junction 2">
            <a:extLst>
              <a:ext uri="{FF2B5EF4-FFF2-40B4-BE49-F238E27FC236}">
                <a16:creationId xmlns:a16="http://schemas.microsoft.com/office/drawing/2014/main" id="{4C619B03-3B9E-A686-F1E0-1A155A6C1B8E}"/>
              </a:ext>
            </a:extLst>
          </p:cNvPr>
          <p:cNvSpPr/>
          <p:nvPr/>
        </p:nvSpPr>
        <p:spPr>
          <a:xfrm>
            <a:off x="1920505" y="1771260"/>
            <a:ext cx="308954" cy="310620"/>
          </a:xfrm>
          <a:prstGeom prst="flowChartSummingJunct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Flowchart: Summing Junction 3">
            <a:extLst>
              <a:ext uri="{FF2B5EF4-FFF2-40B4-BE49-F238E27FC236}">
                <a16:creationId xmlns:a16="http://schemas.microsoft.com/office/drawing/2014/main" id="{3CE3C62A-6D9D-9925-74C8-DBBDEBCA1D14}"/>
              </a:ext>
            </a:extLst>
          </p:cNvPr>
          <p:cNvSpPr/>
          <p:nvPr/>
        </p:nvSpPr>
        <p:spPr>
          <a:xfrm>
            <a:off x="4628543" y="1771260"/>
            <a:ext cx="308954" cy="310620"/>
          </a:xfrm>
          <a:prstGeom prst="flowChartSummingJunct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BC097F26-48E6-E9A5-3EA1-4A1C34409389}"/>
              </a:ext>
            </a:extLst>
          </p:cNvPr>
          <p:cNvSpPr/>
          <p:nvPr/>
        </p:nvSpPr>
        <p:spPr>
          <a:xfrm>
            <a:off x="7254505" y="1771260"/>
            <a:ext cx="308954" cy="310620"/>
          </a:xfrm>
          <a:prstGeom prst="flowChartSummingJunct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Flowchart: Summing Junction 5">
            <a:extLst>
              <a:ext uri="{FF2B5EF4-FFF2-40B4-BE49-F238E27FC236}">
                <a16:creationId xmlns:a16="http://schemas.microsoft.com/office/drawing/2014/main" id="{94405ABD-C800-9C4A-F4FC-51066EE6B756}"/>
              </a:ext>
            </a:extLst>
          </p:cNvPr>
          <p:cNvSpPr/>
          <p:nvPr/>
        </p:nvSpPr>
        <p:spPr>
          <a:xfrm>
            <a:off x="10287465" y="1771260"/>
            <a:ext cx="308954" cy="310620"/>
          </a:xfrm>
          <a:prstGeom prst="flowChartSummingJunct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675F37F-69FC-4ABA-883C-EB059F6EB370}"/>
              </a:ext>
            </a:extLst>
          </p:cNvPr>
          <p:cNvCxnSpPr>
            <a:cxnSpLocks/>
            <a:stCxn id="2" idx="1"/>
          </p:cNvCxnSpPr>
          <p:nvPr/>
        </p:nvCxnSpPr>
        <p:spPr>
          <a:xfrm flipH="1">
            <a:off x="2074982" y="409387"/>
            <a:ext cx="668218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CBE7E5-D62A-3323-8BE6-551A5F73DB37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2074982" y="409387"/>
            <a:ext cx="0" cy="13618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8445B19-BA65-E093-8726-11DD0DD3348D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2227382" y="1923660"/>
            <a:ext cx="549157" cy="29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88C1FDA-1285-C47F-7900-355579207775}"/>
              </a:ext>
            </a:extLst>
          </p:cNvPr>
          <p:cNvCxnSpPr>
            <a:cxnSpLocks/>
            <a:endCxn id="4" idx="2"/>
          </p:cNvCxnSpPr>
          <p:nvPr/>
        </p:nvCxnSpPr>
        <p:spPr>
          <a:xfrm>
            <a:off x="4081463" y="1923660"/>
            <a:ext cx="547080" cy="29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FCC9937-B759-A633-F031-5EECDB8C8F29}"/>
              </a:ext>
            </a:extLst>
          </p:cNvPr>
          <p:cNvCxnSpPr>
            <a:cxnSpLocks/>
          </p:cNvCxnSpPr>
          <p:nvPr/>
        </p:nvCxnSpPr>
        <p:spPr>
          <a:xfrm flipH="1">
            <a:off x="9611262" y="409387"/>
            <a:ext cx="836237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674051C-69F6-0D35-3489-34248AF441AD}"/>
              </a:ext>
            </a:extLst>
          </p:cNvPr>
          <p:cNvCxnSpPr>
            <a:cxnSpLocks/>
          </p:cNvCxnSpPr>
          <p:nvPr/>
        </p:nvCxnSpPr>
        <p:spPr>
          <a:xfrm>
            <a:off x="10441942" y="409387"/>
            <a:ext cx="0" cy="13618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B9725B6-B13F-44E1-6187-998CF2FA1922}"/>
              </a:ext>
            </a:extLst>
          </p:cNvPr>
          <p:cNvCxnSpPr>
            <a:cxnSpLocks/>
            <a:endCxn id="5" idx="6"/>
          </p:cNvCxnSpPr>
          <p:nvPr/>
        </p:nvCxnSpPr>
        <p:spPr>
          <a:xfrm flipH="1">
            <a:off x="7563459" y="1923660"/>
            <a:ext cx="605446" cy="29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797E659-F9A6-81BF-DABC-305764949F7C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9682019" y="1926570"/>
            <a:ext cx="605446" cy="54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01E6985-83D9-D676-C0BC-14653CC75BBC}"/>
              </a:ext>
            </a:extLst>
          </p:cNvPr>
          <p:cNvCxnSpPr>
            <a:cxnSpLocks/>
          </p:cNvCxnSpPr>
          <p:nvPr/>
        </p:nvCxnSpPr>
        <p:spPr>
          <a:xfrm>
            <a:off x="7408982" y="409387"/>
            <a:ext cx="0" cy="13618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DCEEFFA-431E-4552-F8D0-9214EEE3F8F3}"/>
              </a:ext>
            </a:extLst>
          </p:cNvPr>
          <p:cNvCxnSpPr>
            <a:cxnSpLocks/>
          </p:cNvCxnSpPr>
          <p:nvPr/>
        </p:nvCxnSpPr>
        <p:spPr>
          <a:xfrm flipH="1">
            <a:off x="4114802" y="409387"/>
            <a:ext cx="3294180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EB639D5-2CAA-C316-7745-1E60FAA1893D}"/>
              </a:ext>
            </a:extLst>
          </p:cNvPr>
          <p:cNvCxnSpPr>
            <a:cxnSpLocks/>
          </p:cNvCxnSpPr>
          <p:nvPr/>
        </p:nvCxnSpPr>
        <p:spPr>
          <a:xfrm flipH="1">
            <a:off x="7939825" y="417382"/>
            <a:ext cx="299837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4530664-8B51-BEE2-7272-670DEC19801F}"/>
              </a:ext>
            </a:extLst>
          </p:cNvPr>
          <p:cNvCxnSpPr>
            <a:cxnSpLocks/>
          </p:cNvCxnSpPr>
          <p:nvPr/>
        </p:nvCxnSpPr>
        <p:spPr>
          <a:xfrm flipV="1">
            <a:off x="7939825" y="417382"/>
            <a:ext cx="0" cy="81899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8938EE4-994C-C416-4ED6-E23192724430}"/>
              </a:ext>
            </a:extLst>
          </p:cNvPr>
          <p:cNvCxnSpPr>
            <a:cxnSpLocks/>
          </p:cNvCxnSpPr>
          <p:nvPr/>
        </p:nvCxnSpPr>
        <p:spPr>
          <a:xfrm flipH="1">
            <a:off x="4783020" y="1236372"/>
            <a:ext cx="3156805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8632E69-5DDE-87DF-C53F-AD866CEA1E9B}"/>
              </a:ext>
            </a:extLst>
          </p:cNvPr>
          <p:cNvCxnSpPr>
            <a:cxnSpLocks/>
          </p:cNvCxnSpPr>
          <p:nvPr/>
        </p:nvCxnSpPr>
        <p:spPr>
          <a:xfrm>
            <a:off x="4783020" y="1236372"/>
            <a:ext cx="0" cy="542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4A1ECF50-E1C3-B2A7-D8F4-94224D3AA2D9}"/>
              </a:ext>
            </a:extLst>
          </p:cNvPr>
          <p:cNvSpPr/>
          <p:nvPr/>
        </p:nvSpPr>
        <p:spPr>
          <a:xfrm>
            <a:off x="1422520" y="2488023"/>
            <a:ext cx="1304924" cy="3106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Image 1A</a:t>
            </a:r>
            <a:endParaRPr lang="en-IN" sz="1400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ECD5E68-67E6-DC1E-C609-1A84028F6104}"/>
              </a:ext>
            </a:extLst>
          </p:cNvPr>
          <p:cNvSpPr/>
          <p:nvPr/>
        </p:nvSpPr>
        <p:spPr>
          <a:xfrm>
            <a:off x="4130558" y="2490971"/>
            <a:ext cx="1304924" cy="3106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Image 1B</a:t>
            </a:r>
            <a:endParaRPr lang="en-IN" sz="1400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903D90D-A99E-E6EE-0140-B9B09D8CB603}"/>
              </a:ext>
            </a:extLst>
          </p:cNvPr>
          <p:cNvSpPr/>
          <p:nvPr/>
        </p:nvSpPr>
        <p:spPr>
          <a:xfrm>
            <a:off x="6756520" y="2488023"/>
            <a:ext cx="1304924" cy="3106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Image 2A</a:t>
            </a:r>
            <a:endParaRPr lang="en-IN" sz="14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67FBB59-5808-B7DB-7408-0C1BB541FA45}"/>
              </a:ext>
            </a:extLst>
          </p:cNvPr>
          <p:cNvSpPr/>
          <p:nvPr/>
        </p:nvSpPr>
        <p:spPr>
          <a:xfrm>
            <a:off x="9789480" y="2488023"/>
            <a:ext cx="1304924" cy="3106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Image 2B</a:t>
            </a:r>
            <a:endParaRPr lang="en-IN" sz="1400" dirty="0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06110DD-3640-16EF-3298-638E525CB1C6}"/>
              </a:ext>
            </a:extLst>
          </p:cNvPr>
          <p:cNvCxnSpPr>
            <a:cxnSpLocks/>
          </p:cNvCxnSpPr>
          <p:nvPr/>
        </p:nvCxnSpPr>
        <p:spPr>
          <a:xfrm>
            <a:off x="2074982" y="2081880"/>
            <a:ext cx="0" cy="402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45C0B059-F2D8-D900-F2AB-507248E53A94}"/>
              </a:ext>
            </a:extLst>
          </p:cNvPr>
          <p:cNvSpPr/>
          <p:nvPr/>
        </p:nvSpPr>
        <p:spPr>
          <a:xfrm>
            <a:off x="1720203" y="3921066"/>
            <a:ext cx="381939" cy="35219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D007743-B759-567E-A88E-7DCB2C3001B5}"/>
              </a:ext>
            </a:extLst>
          </p:cNvPr>
          <p:cNvSpPr/>
          <p:nvPr/>
        </p:nvSpPr>
        <p:spPr>
          <a:xfrm>
            <a:off x="2069703" y="3921066"/>
            <a:ext cx="381939" cy="35219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EAE0EEE-D54B-36CF-AF92-6585127F9DE5}"/>
              </a:ext>
            </a:extLst>
          </p:cNvPr>
          <p:cNvSpPr/>
          <p:nvPr/>
        </p:nvSpPr>
        <p:spPr>
          <a:xfrm>
            <a:off x="1720203" y="4275306"/>
            <a:ext cx="381939" cy="35219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4DE7BD0-0643-3FBD-EEE5-12A598A1FF61}"/>
              </a:ext>
            </a:extLst>
          </p:cNvPr>
          <p:cNvSpPr/>
          <p:nvPr/>
        </p:nvSpPr>
        <p:spPr>
          <a:xfrm>
            <a:off x="2069703" y="4275306"/>
            <a:ext cx="381939" cy="35219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DF30614E-9BBB-25D5-849D-84AB8BC6DF11}"/>
              </a:ext>
            </a:extLst>
          </p:cNvPr>
          <p:cNvCxnSpPr>
            <a:cxnSpLocks/>
          </p:cNvCxnSpPr>
          <p:nvPr/>
        </p:nvCxnSpPr>
        <p:spPr>
          <a:xfrm>
            <a:off x="4783020" y="2081880"/>
            <a:ext cx="0" cy="402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2E5ED042-46DC-28D3-9D12-508F0EBBC01B}"/>
              </a:ext>
            </a:extLst>
          </p:cNvPr>
          <p:cNvCxnSpPr>
            <a:cxnSpLocks/>
          </p:cNvCxnSpPr>
          <p:nvPr/>
        </p:nvCxnSpPr>
        <p:spPr>
          <a:xfrm>
            <a:off x="7421882" y="2081880"/>
            <a:ext cx="0" cy="402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60B8493-1B43-CDE7-9A95-21ADD71DF4F8}"/>
              </a:ext>
            </a:extLst>
          </p:cNvPr>
          <p:cNvCxnSpPr>
            <a:cxnSpLocks/>
          </p:cNvCxnSpPr>
          <p:nvPr/>
        </p:nvCxnSpPr>
        <p:spPr>
          <a:xfrm>
            <a:off x="10441942" y="2081880"/>
            <a:ext cx="0" cy="402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B68660C-D5A6-8EFA-9AB1-991962EB5F96}"/>
              </a:ext>
            </a:extLst>
          </p:cNvPr>
          <p:cNvCxnSpPr>
            <a:cxnSpLocks/>
            <a:stCxn id="55" idx="2"/>
          </p:cNvCxnSpPr>
          <p:nvPr/>
        </p:nvCxnSpPr>
        <p:spPr>
          <a:xfrm flipH="1">
            <a:off x="2069704" y="2798643"/>
            <a:ext cx="5278" cy="402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C3B86C34-3ACC-1D61-F124-608CD5EBB0A7}"/>
              </a:ext>
            </a:extLst>
          </p:cNvPr>
          <p:cNvCxnSpPr>
            <a:cxnSpLocks/>
          </p:cNvCxnSpPr>
          <p:nvPr/>
        </p:nvCxnSpPr>
        <p:spPr>
          <a:xfrm flipH="1">
            <a:off x="4777742" y="2798643"/>
            <a:ext cx="5278" cy="402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1B68C4F4-D716-1F85-CE0F-ED8D47BE386E}"/>
              </a:ext>
            </a:extLst>
          </p:cNvPr>
          <p:cNvCxnSpPr>
            <a:cxnSpLocks/>
          </p:cNvCxnSpPr>
          <p:nvPr/>
        </p:nvCxnSpPr>
        <p:spPr>
          <a:xfrm flipH="1">
            <a:off x="7406343" y="2798643"/>
            <a:ext cx="5278" cy="402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39B249F-3C04-80B3-DC16-150C75CCB3BF}"/>
              </a:ext>
            </a:extLst>
          </p:cNvPr>
          <p:cNvCxnSpPr>
            <a:cxnSpLocks/>
          </p:cNvCxnSpPr>
          <p:nvPr/>
        </p:nvCxnSpPr>
        <p:spPr>
          <a:xfrm flipH="1">
            <a:off x="10441942" y="2794740"/>
            <a:ext cx="5278" cy="402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510417A9-528B-461E-D3B1-196642E4A227}"/>
              </a:ext>
            </a:extLst>
          </p:cNvPr>
          <p:cNvSpPr/>
          <p:nvPr/>
        </p:nvSpPr>
        <p:spPr>
          <a:xfrm>
            <a:off x="4428242" y="3921066"/>
            <a:ext cx="360000" cy="36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BC10D29-9450-C322-ABEC-CB7DCD6D73A1}"/>
              </a:ext>
            </a:extLst>
          </p:cNvPr>
          <p:cNvSpPr/>
          <p:nvPr/>
        </p:nvSpPr>
        <p:spPr>
          <a:xfrm>
            <a:off x="4777742" y="3921066"/>
            <a:ext cx="360000" cy="36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E21A9694-A893-EF0D-0F80-EEE250818736}"/>
              </a:ext>
            </a:extLst>
          </p:cNvPr>
          <p:cNvSpPr/>
          <p:nvPr/>
        </p:nvSpPr>
        <p:spPr>
          <a:xfrm>
            <a:off x="4428242" y="4275306"/>
            <a:ext cx="360000" cy="36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7275523-0651-BEAC-73A5-605D5D48945D}"/>
              </a:ext>
            </a:extLst>
          </p:cNvPr>
          <p:cNvSpPr/>
          <p:nvPr/>
        </p:nvSpPr>
        <p:spPr>
          <a:xfrm>
            <a:off x="4777742" y="4275306"/>
            <a:ext cx="360000" cy="36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1F46B3B-52E5-D5E2-EC02-BAE5E8FB1F2D}"/>
              </a:ext>
            </a:extLst>
          </p:cNvPr>
          <p:cNvSpPr/>
          <p:nvPr/>
        </p:nvSpPr>
        <p:spPr>
          <a:xfrm>
            <a:off x="7056843" y="3921066"/>
            <a:ext cx="360000" cy="36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19A05D9A-B0D7-D244-EF9C-E3F65BD487B5}"/>
              </a:ext>
            </a:extLst>
          </p:cNvPr>
          <p:cNvSpPr/>
          <p:nvPr/>
        </p:nvSpPr>
        <p:spPr>
          <a:xfrm>
            <a:off x="7406343" y="3921066"/>
            <a:ext cx="360000" cy="36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A88FDDC8-648D-1CD5-39C6-5D843E53861D}"/>
              </a:ext>
            </a:extLst>
          </p:cNvPr>
          <p:cNvSpPr/>
          <p:nvPr/>
        </p:nvSpPr>
        <p:spPr>
          <a:xfrm>
            <a:off x="7056843" y="4275306"/>
            <a:ext cx="360000" cy="36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740B5D58-A85E-2901-69E4-BBB50CFA04BE}"/>
              </a:ext>
            </a:extLst>
          </p:cNvPr>
          <p:cNvSpPr/>
          <p:nvPr/>
        </p:nvSpPr>
        <p:spPr>
          <a:xfrm>
            <a:off x="7406343" y="4275306"/>
            <a:ext cx="360000" cy="36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8B5A6AC-6E65-ADF0-E574-4FBEC6680502}"/>
              </a:ext>
            </a:extLst>
          </p:cNvPr>
          <p:cNvSpPr/>
          <p:nvPr/>
        </p:nvSpPr>
        <p:spPr>
          <a:xfrm>
            <a:off x="10092442" y="3913260"/>
            <a:ext cx="360000" cy="36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0476B26-E358-71A7-0994-DE41DD953B94}"/>
              </a:ext>
            </a:extLst>
          </p:cNvPr>
          <p:cNvSpPr/>
          <p:nvPr/>
        </p:nvSpPr>
        <p:spPr>
          <a:xfrm>
            <a:off x="10441942" y="3913260"/>
            <a:ext cx="360000" cy="36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26586D94-F902-5F2F-DC34-1CE9A38878E4}"/>
              </a:ext>
            </a:extLst>
          </p:cNvPr>
          <p:cNvSpPr/>
          <p:nvPr/>
        </p:nvSpPr>
        <p:spPr>
          <a:xfrm>
            <a:off x="10092442" y="4267500"/>
            <a:ext cx="360000" cy="36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68A9AD0E-B66D-DD1A-19F4-9264AB6D1FA5}"/>
              </a:ext>
            </a:extLst>
          </p:cNvPr>
          <p:cNvSpPr/>
          <p:nvPr/>
        </p:nvSpPr>
        <p:spPr>
          <a:xfrm>
            <a:off x="10441942" y="4267500"/>
            <a:ext cx="360000" cy="36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5" name="Diamond 94">
            <a:extLst>
              <a:ext uri="{FF2B5EF4-FFF2-40B4-BE49-F238E27FC236}">
                <a16:creationId xmlns:a16="http://schemas.microsoft.com/office/drawing/2014/main" id="{1C53E5B6-77FA-B442-603A-7AC1D9A20127}"/>
              </a:ext>
            </a:extLst>
          </p:cNvPr>
          <p:cNvSpPr/>
          <p:nvPr/>
        </p:nvSpPr>
        <p:spPr>
          <a:xfrm>
            <a:off x="5449200" y="4744623"/>
            <a:ext cx="1304921" cy="1045896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Fusion Method Based on STD</a:t>
            </a:r>
            <a:endParaRPr lang="en-IN" sz="1050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963AC5EB-2721-6ACC-D124-4D8D9A98E1FD}"/>
              </a:ext>
            </a:extLst>
          </p:cNvPr>
          <p:cNvSpPr/>
          <p:nvPr/>
        </p:nvSpPr>
        <p:spPr>
          <a:xfrm>
            <a:off x="1738744" y="3189333"/>
            <a:ext cx="682920" cy="3221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DWT</a:t>
            </a:r>
            <a:endParaRPr lang="en-IN" dirty="0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D5A699CA-4F70-82B4-DADD-902AE1252A0F}"/>
              </a:ext>
            </a:extLst>
          </p:cNvPr>
          <p:cNvSpPr/>
          <p:nvPr/>
        </p:nvSpPr>
        <p:spPr>
          <a:xfrm>
            <a:off x="4444198" y="3189333"/>
            <a:ext cx="682920" cy="3221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DWT</a:t>
            </a:r>
            <a:endParaRPr lang="en-IN" dirty="0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3C257AF-958B-3311-F571-7593C029947C}"/>
              </a:ext>
            </a:extLst>
          </p:cNvPr>
          <p:cNvSpPr/>
          <p:nvPr/>
        </p:nvSpPr>
        <p:spPr>
          <a:xfrm>
            <a:off x="7064884" y="3216918"/>
            <a:ext cx="682920" cy="3221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DWT</a:t>
            </a:r>
            <a:endParaRPr lang="en-IN" dirty="0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09CA9EA8-0040-2948-86F7-1AAA7E3DABF8}"/>
              </a:ext>
            </a:extLst>
          </p:cNvPr>
          <p:cNvSpPr/>
          <p:nvPr/>
        </p:nvSpPr>
        <p:spPr>
          <a:xfrm>
            <a:off x="10100482" y="3196980"/>
            <a:ext cx="682920" cy="32217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DWT</a:t>
            </a:r>
            <a:endParaRPr lang="en-IN" dirty="0"/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D9CC28DA-5E73-EEF7-EDB7-DB80C6A4E2D4}"/>
              </a:ext>
            </a:extLst>
          </p:cNvPr>
          <p:cNvCxnSpPr>
            <a:cxnSpLocks/>
          </p:cNvCxnSpPr>
          <p:nvPr/>
        </p:nvCxnSpPr>
        <p:spPr>
          <a:xfrm flipH="1">
            <a:off x="2064426" y="3519150"/>
            <a:ext cx="5278" cy="402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3D1B77AF-A6FC-8E88-F7AC-DBD226AD7420}"/>
              </a:ext>
            </a:extLst>
          </p:cNvPr>
          <p:cNvCxnSpPr>
            <a:cxnSpLocks/>
          </p:cNvCxnSpPr>
          <p:nvPr/>
        </p:nvCxnSpPr>
        <p:spPr>
          <a:xfrm flipH="1">
            <a:off x="4767989" y="3519150"/>
            <a:ext cx="5278" cy="402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B36B72AC-8710-14DF-6736-04A6A9B7D7C0}"/>
              </a:ext>
            </a:extLst>
          </p:cNvPr>
          <p:cNvCxnSpPr>
            <a:cxnSpLocks/>
          </p:cNvCxnSpPr>
          <p:nvPr/>
        </p:nvCxnSpPr>
        <p:spPr>
          <a:xfrm flipH="1">
            <a:off x="7401065" y="3539088"/>
            <a:ext cx="5278" cy="402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780D4C4C-4478-35A7-FC2E-F96A7515BDE2}"/>
              </a:ext>
            </a:extLst>
          </p:cNvPr>
          <p:cNvCxnSpPr>
            <a:cxnSpLocks/>
          </p:cNvCxnSpPr>
          <p:nvPr/>
        </p:nvCxnSpPr>
        <p:spPr>
          <a:xfrm flipH="1">
            <a:off x="10444581" y="3503697"/>
            <a:ext cx="5278" cy="402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BB5C8EAA-5D97-8887-6609-5544F3E55A62}"/>
              </a:ext>
            </a:extLst>
          </p:cNvPr>
          <p:cNvCxnSpPr>
            <a:cxnSpLocks/>
          </p:cNvCxnSpPr>
          <p:nvPr/>
        </p:nvCxnSpPr>
        <p:spPr>
          <a:xfrm flipV="1">
            <a:off x="4777742" y="4635306"/>
            <a:ext cx="0" cy="218634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33DE01CA-B58F-4726-2A96-1DE97DA0D835}"/>
              </a:ext>
            </a:extLst>
          </p:cNvPr>
          <p:cNvCxnSpPr>
            <a:cxnSpLocks/>
          </p:cNvCxnSpPr>
          <p:nvPr/>
        </p:nvCxnSpPr>
        <p:spPr>
          <a:xfrm flipV="1">
            <a:off x="7408982" y="4635306"/>
            <a:ext cx="0" cy="218634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C0488696-697B-20F0-7DB9-2B6883DF078B}"/>
              </a:ext>
            </a:extLst>
          </p:cNvPr>
          <p:cNvCxnSpPr>
            <a:cxnSpLocks/>
          </p:cNvCxnSpPr>
          <p:nvPr/>
        </p:nvCxnSpPr>
        <p:spPr>
          <a:xfrm flipH="1" flipV="1">
            <a:off x="2072343" y="4635306"/>
            <a:ext cx="7861" cy="698694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6C6CAAD6-C147-EB0E-43B6-9D18AAFD7F08}"/>
              </a:ext>
            </a:extLst>
          </p:cNvPr>
          <p:cNvCxnSpPr>
            <a:cxnSpLocks/>
          </p:cNvCxnSpPr>
          <p:nvPr/>
        </p:nvCxnSpPr>
        <p:spPr>
          <a:xfrm flipH="1" flipV="1">
            <a:off x="10445928" y="4627500"/>
            <a:ext cx="7861" cy="698694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B548E3AC-29B0-69DC-0F50-AB18A73FF0E3}"/>
              </a:ext>
            </a:extLst>
          </p:cNvPr>
          <p:cNvCxnSpPr>
            <a:cxnSpLocks/>
          </p:cNvCxnSpPr>
          <p:nvPr/>
        </p:nvCxnSpPr>
        <p:spPr>
          <a:xfrm>
            <a:off x="4767989" y="4853940"/>
            <a:ext cx="116037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0C88FF19-7B0C-5782-E765-291CB293181E}"/>
              </a:ext>
            </a:extLst>
          </p:cNvPr>
          <p:cNvCxnSpPr>
            <a:cxnSpLocks/>
          </p:cNvCxnSpPr>
          <p:nvPr/>
        </p:nvCxnSpPr>
        <p:spPr>
          <a:xfrm>
            <a:off x="2088243" y="5341620"/>
            <a:ext cx="34362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BF19892-F707-0CC7-824A-A0E24B9F800B}"/>
              </a:ext>
            </a:extLst>
          </p:cNvPr>
          <p:cNvCxnSpPr>
            <a:cxnSpLocks/>
          </p:cNvCxnSpPr>
          <p:nvPr/>
        </p:nvCxnSpPr>
        <p:spPr>
          <a:xfrm flipH="1">
            <a:off x="6254407" y="4851030"/>
            <a:ext cx="1152582" cy="29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36EBBF7A-43D2-F669-F5DF-2E13D0DB1D32}"/>
              </a:ext>
            </a:extLst>
          </p:cNvPr>
          <p:cNvCxnSpPr>
            <a:cxnSpLocks/>
          </p:cNvCxnSpPr>
          <p:nvPr/>
        </p:nvCxnSpPr>
        <p:spPr>
          <a:xfrm flipH="1">
            <a:off x="6675120" y="5326194"/>
            <a:ext cx="3774738" cy="154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776B5C7C-0A80-DAAC-21B4-93608F187EC1}"/>
              </a:ext>
            </a:extLst>
          </p:cNvPr>
          <p:cNvSpPr/>
          <p:nvPr/>
        </p:nvSpPr>
        <p:spPr>
          <a:xfrm>
            <a:off x="5438260" y="6231438"/>
            <a:ext cx="1304924" cy="3106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Fused Image</a:t>
            </a:r>
            <a:endParaRPr lang="en-IN" sz="1400" dirty="0"/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6A0E4E5D-E1AC-AD0D-788E-AE73C5CC7270}"/>
              </a:ext>
            </a:extLst>
          </p:cNvPr>
          <p:cNvCxnSpPr>
            <a:cxnSpLocks/>
          </p:cNvCxnSpPr>
          <p:nvPr/>
        </p:nvCxnSpPr>
        <p:spPr>
          <a:xfrm flipH="1">
            <a:off x="6090722" y="5790519"/>
            <a:ext cx="5278" cy="402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45" name="Flowchart: Summing Junction 144">
            <a:extLst>
              <a:ext uri="{FF2B5EF4-FFF2-40B4-BE49-F238E27FC236}">
                <a16:creationId xmlns:a16="http://schemas.microsoft.com/office/drawing/2014/main" id="{9DFF71E6-8ED7-03B1-B140-ABE3CCD11D15}"/>
              </a:ext>
            </a:extLst>
          </p:cNvPr>
          <p:cNvSpPr/>
          <p:nvPr/>
        </p:nvSpPr>
        <p:spPr>
          <a:xfrm>
            <a:off x="301255" y="6231438"/>
            <a:ext cx="308954" cy="310620"/>
          </a:xfrm>
          <a:prstGeom prst="flowChartSummingJunct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97B486F6-01EA-7611-0586-80ACF115289F}"/>
              </a:ext>
            </a:extLst>
          </p:cNvPr>
          <p:cNvSpPr/>
          <p:nvPr/>
        </p:nvSpPr>
        <p:spPr>
          <a:xfrm>
            <a:off x="615580" y="6231438"/>
            <a:ext cx="2281684" cy="31059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Element Wise Multiplication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30919415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401</TotalTime>
  <Words>31</Words>
  <Application>Microsoft Office PowerPoint</Application>
  <PresentationFormat>Widescreen</PresentationFormat>
  <Paragraphs>16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Shubham Kumar Sah</dc:creator>
  <cp:lastModifiedBy>Shubham Kumar Sah</cp:lastModifiedBy>
  <cp:revision>11</cp:revision>
  <dcterms:created xsi:type="dcterms:W3CDTF">2025-11-21T07:46:46Z</dcterms:created>
  <dcterms:modified xsi:type="dcterms:W3CDTF">2025-11-22T15:54:05Z</dcterms:modified>
</cp:coreProperties>
</file>