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B1EB5-AD17-4B12-8CBC-EC8266648CFD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34E8B4-127F-41BE-9A19-4AD3921299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235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34E8B4-127F-41BE-9A19-4AD3921299F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283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9AC8-D1E1-47FC-89C7-8CFEDBB3474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CDCF-A883-401E-884C-68B5FAC0B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704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9AC8-D1E1-47FC-89C7-8CFEDBB3474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CDCF-A883-401E-884C-68B5FAC0B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236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9AC8-D1E1-47FC-89C7-8CFEDBB3474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CDCF-A883-401E-884C-68B5FAC0B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658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9AC8-D1E1-47FC-89C7-8CFEDBB3474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CDCF-A883-401E-884C-68B5FAC0B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758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9AC8-D1E1-47FC-89C7-8CFEDBB3474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CDCF-A883-401E-884C-68B5FAC0B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181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9AC8-D1E1-47FC-89C7-8CFEDBB3474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CDCF-A883-401E-884C-68B5FAC0B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487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9AC8-D1E1-47FC-89C7-8CFEDBB3474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CDCF-A883-401E-884C-68B5FAC0B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302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9AC8-D1E1-47FC-89C7-8CFEDBB3474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CDCF-A883-401E-884C-68B5FAC0B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009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9AC8-D1E1-47FC-89C7-8CFEDBB3474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CDCF-A883-401E-884C-68B5FAC0B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27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9AC8-D1E1-47FC-89C7-8CFEDBB3474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CDCF-A883-401E-884C-68B5FAC0B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814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59AC8-D1E1-47FC-89C7-8CFEDBB3474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6CDCF-A883-401E-884C-68B5FAC0B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897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59AC8-D1E1-47FC-89C7-8CFEDBB34742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6CDCF-A883-401E-884C-68B5FAC0B4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941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E60750-B3CD-10C6-EC11-B5D794EE587E}"/>
              </a:ext>
            </a:extLst>
          </p:cNvPr>
          <p:cNvSpPr/>
          <p:nvPr/>
        </p:nvSpPr>
        <p:spPr>
          <a:xfrm>
            <a:off x="3581400" y="1047809"/>
            <a:ext cx="1028700" cy="2329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Infrared Image</a:t>
            </a:r>
            <a:endParaRPr lang="en-IN" sz="10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3CCDD5-910B-0298-1E1D-40D9A84B0813}"/>
              </a:ext>
            </a:extLst>
          </p:cNvPr>
          <p:cNvSpPr/>
          <p:nvPr/>
        </p:nvSpPr>
        <p:spPr>
          <a:xfrm>
            <a:off x="7703747" y="1047809"/>
            <a:ext cx="1028700" cy="2329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Visible Image</a:t>
            </a:r>
            <a:endParaRPr lang="en-IN" sz="10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C651C4-FECB-C3B2-FD41-BC4801D186D5}"/>
              </a:ext>
            </a:extLst>
          </p:cNvPr>
          <p:cNvSpPr/>
          <p:nvPr/>
        </p:nvSpPr>
        <p:spPr>
          <a:xfrm>
            <a:off x="3606405" y="2185696"/>
            <a:ext cx="978693" cy="2329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Salient Mask</a:t>
            </a:r>
            <a:endParaRPr lang="en-IN" sz="10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02EC35-9C22-DD40-D82D-787243924D45}"/>
              </a:ext>
            </a:extLst>
          </p:cNvPr>
          <p:cNvSpPr/>
          <p:nvPr/>
        </p:nvSpPr>
        <p:spPr>
          <a:xfrm>
            <a:off x="7650679" y="2185696"/>
            <a:ext cx="1134836" cy="2329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Background Mask</a:t>
            </a:r>
            <a:endParaRPr lang="en-IN" sz="1050" dirty="0"/>
          </a:p>
        </p:txBody>
      </p:sp>
      <p:sp>
        <p:nvSpPr>
          <p:cNvPr id="3" name="Flowchart: Summing Junction 2">
            <a:extLst>
              <a:ext uri="{FF2B5EF4-FFF2-40B4-BE49-F238E27FC236}">
                <a16:creationId xmlns:a16="http://schemas.microsoft.com/office/drawing/2014/main" id="{4C619B03-3B9E-A686-F1E0-1A155A6C1B8E}"/>
              </a:ext>
            </a:extLst>
          </p:cNvPr>
          <p:cNvSpPr/>
          <p:nvPr/>
        </p:nvSpPr>
        <p:spPr>
          <a:xfrm>
            <a:off x="2964379" y="2185696"/>
            <a:ext cx="231716" cy="232965"/>
          </a:xfrm>
          <a:prstGeom prst="flowChartSummingJunct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4" name="Flowchart: Summing Junction 3">
            <a:extLst>
              <a:ext uri="{FF2B5EF4-FFF2-40B4-BE49-F238E27FC236}">
                <a16:creationId xmlns:a16="http://schemas.microsoft.com/office/drawing/2014/main" id="{3CE3C62A-6D9D-9925-74C8-DBBDEBCA1D14}"/>
              </a:ext>
            </a:extLst>
          </p:cNvPr>
          <p:cNvSpPr/>
          <p:nvPr/>
        </p:nvSpPr>
        <p:spPr>
          <a:xfrm>
            <a:off x="4995407" y="2185696"/>
            <a:ext cx="231716" cy="232965"/>
          </a:xfrm>
          <a:prstGeom prst="flowChartSummingJunct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5" name="Flowchart: Summing Junction 4">
            <a:extLst>
              <a:ext uri="{FF2B5EF4-FFF2-40B4-BE49-F238E27FC236}">
                <a16:creationId xmlns:a16="http://schemas.microsoft.com/office/drawing/2014/main" id="{BC097F26-48E6-E9A5-3EA1-4A1C34409389}"/>
              </a:ext>
            </a:extLst>
          </p:cNvPr>
          <p:cNvSpPr/>
          <p:nvPr/>
        </p:nvSpPr>
        <p:spPr>
          <a:xfrm>
            <a:off x="6964879" y="2185696"/>
            <a:ext cx="231716" cy="232965"/>
          </a:xfrm>
          <a:prstGeom prst="flowChartSummingJunct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6" name="Flowchart: Summing Junction 5">
            <a:extLst>
              <a:ext uri="{FF2B5EF4-FFF2-40B4-BE49-F238E27FC236}">
                <a16:creationId xmlns:a16="http://schemas.microsoft.com/office/drawing/2014/main" id="{94405ABD-C800-9C4A-F4FC-51066EE6B756}"/>
              </a:ext>
            </a:extLst>
          </p:cNvPr>
          <p:cNvSpPr/>
          <p:nvPr/>
        </p:nvSpPr>
        <p:spPr>
          <a:xfrm>
            <a:off x="9239599" y="2185696"/>
            <a:ext cx="231716" cy="232965"/>
          </a:xfrm>
          <a:prstGeom prst="flowChartSummingJunct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75F37F-69FC-4ABA-883C-EB059F6EB370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3080236" y="1164290"/>
            <a:ext cx="501164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0CBE7E5-D62A-3323-8BE6-551A5F73DB3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3080237" y="1164292"/>
            <a:ext cx="0" cy="1021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8445B19-BA65-E093-8726-11DD0DD3348D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3194537" y="2299996"/>
            <a:ext cx="411868" cy="2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88C1FDA-1285-C47F-7900-355579207775}"/>
              </a:ext>
            </a:extLst>
          </p:cNvPr>
          <p:cNvCxnSpPr>
            <a:cxnSpLocks/>
            <a:endCxn id="4" idx="2"/>
          </p:cNvCxnSpPr>
          <p:nvPr/>
        </p:nvCxnSpPr>
        <p:spPr>
          <a:xfrm>
            <a:off x="4585097" y="2299996"/>
            <a:ext cx="410310" cy="2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FCC9937-B759-A633-F031-5EECDB8C8F29}"/>
              </a:ext>
            </a:extLst>
          </p:cNvPr>
          <p:cNvCxnSpPr>
            <a:cxnSpLocks/>
          </p:cNvCxnSpPr>
          <p:nvPr/>
        </p:nvCxnSpPr>
        <p:spPr>
          <a:xfrm flipH="1">
            <a:off x="8732447" y="1164290"/>
            <a:ext cx="627178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674051C-69F6-0D35-3489-34248AF441AD}"/>
              </a:ext>
            </a:extLst>
          </p:cNvPr>
          <p:cNvCxnSpPr>
            <a:cxnSpLocks/>
          </p:cNvCxnSpPr>
          <p:nvPr/>
        </p:nvCxnSpPr>
        <p:spPr>
          <a:xfrm>
            <a:off x="9355457" y="1164292"/>
            <a:ext cx="0" cy="1021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B9725B6-B13F-44E1-6187-998CF2FA1922}"/>
              </a:ext>
            </a:extLst>
          </p:cNvPr>
          <p:cNvCxnSpPr>
            <a:cxnSpLocks/>
            <a:endCxn id="5" idx="6"/>
          </p:cNvCxnSpPr>
          <p:nvPr/>
        </p:nvCxnSpPr>
        <p:spPr>
          <a:xfrm flipH="1">
            <a:off x="7196595" y="2299996"/>
            <a:ext cx="454085" cy="2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797E659-F9A6-81BF-DABC-305764949F7C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8785515" y="2302179"/>
            <a:ext cx="454085" cy="41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01E6985-83D9-D676-C0BC-14653CC75BBC}"/>
              </a:ext>
            </a:extLst>
          </p:cNvPr>
          <p:cNvCxnSpPr>
            <a:cxnSpLocks/>
          </p:cNvCxnSpPr>
          <p:nvPr/>
        </p:nvCxnSpPr>
        <p:spPr>
          <a:xfrm>
            <a:off x="7080737" y="1164292"/>
            <a:ext cx="0" cy="10214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CEEFFA-431E-4552-F8D0-9214EEE3F8F3}"/>
              </a:ext>
            </a:extLst>
          </p:cNvPr>
          <p:cNvCxnSpPr>
            <a:cxnSpLocks/>
          </p:cNvCxnSpPr>
          <p:nvPr/>
        </p:nvCxnSpPr>
        <p:spPr>
          <a:xfrm flipH="1">
            <a:off x="4610103" y="1164290"/>
            <a:ext cx="2470635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B639D5-2CAA-C316-7745-1E60FAA1893D}"/>
              </a:ext>
            </a:extLst>
          </p:cNvPr>
          <p:cNvCxnSpPr>
            <a:cxnSpLocks/>
          </p:cNvCxnSpPr>
          <p:nvPr/>
        </p:nvCxnSpPr>
        <p:spPr>
          <a:xfrm flipH="1">
            <a:off x="7478869" y="1170287"/>
            <a:ext cx="224878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4530664-8B51-BEE2-7272-670DEC19801F}"/>
              </a:ext>
            </a:extLst>
          </p:cNvPr>
          <p:cNvCxnSpPr>
            <a:cxnSpLocks/>
          </p:cNvCxnSpPr>
          <p:nvPr/>
        </p:nvCxnSpPr>
        <p:spPr>
          <a:xfrm flipV="1">
            <a:off x="7478869" y="1170287"/>
            <a:ext cx="0" cy="614243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8938EE4-994C-C416-4ED6-E23192724430}"/>
              </a:ext>
            </a:extLst>
          </p:cNvPr>
          <p:cNvCxnSpPr>
            <a:cxnSpLocks/>
          </p:cNvCxnSpPr>
          <p:nvPr/>
        </p:nvCxnSpPr>
        <p:spPr>
          <a:xfrm flipH="1">
            <a:off x="5111265" y="1784529"/>
            <a:ext cx="2367604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8632E69-5DDE-87DF-C53F-AD866CEA1E9B}"/>
              </a:ext>
            </a:extLst>
          </p:cNvPr>
          <p:cNvCxnSpPr>
            <a:cxnSpLocks/>
          </p:cNvCxnSpPr>
          <p:nvPr/>
        </p:nvCxnSpPr>
        <p:spPr>
          <a:xfrm>
            <a:off x="5111265" y="1784530"/>
            <a:ext cx="0" cy="4071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4A1ECF50-E1C3-B2A7-D8F4-94224D3AA2D9}"/>
              </a:ext>
            </a:extLst>
          </p:cNvPr>
          <p:cNvSpPr/>
          <p:nvPr/>
        </p:nvSpPr>
        <p:spPr>
          <a:xfrm>
            <a:off x="2590891" y="2723268"/>
            <a:ext cx="978693" cy="2329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Image 1A</a:t>
            </a:r>
            <a:endParaRPr lang="en-IN" sz="105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ECD5E68-67E6-DC1E-C609-1A84028F6104}"/>
              </a:ext>
            </a:extLst>
          </p:cNvPr>
          <p:cNvSpPr/>
          <p:nvPr/>
        </p:nvSpPr>
        <p:spPr>
          <a:xfrm>
            <a:off x="4621920" y="2725479"/>
            <a:ext cx="978693" cy="2329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Image 1B</a:t>
            </a:r>
            <a:endParaRPr lang="en-IN" sz="105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903D90D-A99E-E6EE-0140-B9B09D8CB603}"/>
              </a:ext>
            </a:extLst>
          </p:cNvPr>
          <p:cNvSpPr/>
          <p:nvPr/>
        </p:nvSpPr>
        <p:spPr>
          <a:xfrm>
            <a:off x="6591391" y="2723268"/>
            <a:ext cx="978693" cy="2329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Image 2A</a:t>
            </a:r>
            <a:endParaRPr lang="en-IN" sz="105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67FBB59-5808-B7DB-7408-0C1BB541FA45}"/>
              </a:ext>
            </a:extLst>
          </p:cNvPr>
          <p:cNvSpPr/>
          <p:nvPr/>
        </p:nvSpPr>
        <p:spPr>
          <a:xfrm>
            <a:off x="8866111" y="2723268"/>
            <a:ext cx="978693" cy="2329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Image 2B</a:t>
            </a:r>
            <a:endParaRPr lang="en-IN" sz="1050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06110DD-3640-16EF-3298-638E525CB1C6}"/>
              </a:ext>
            </a:extLst>
          </p:cNvPr>
          <p:cNvCxnSpPr>
            <a:cxnSpLocks/>
          </p:cNvCxnSpPr>
          <p:nvPr/>
        </p:nvCxnSpPr>
        <p:spPr>
          <a:xfrm>
            <a:off x="3080237" y="2418660"/>
            <a:ext cx="0" cy="301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45C0B059-F2D8-D900-F2AB-507248E53A94}"/>
              </a:ext>
            </a:extLst>
          </p:cNvPr>
          <p:cNvSpPr/>
          <p:nvPr/>
        </p:nvSpPr>
        <p:spPr>
          <a:xfrm>
            <a:off x="2814153" y="3798049"/>
            <a:ext cx="286454" cy="2641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D007743-B759-567E-A88E-7DCB2C3001B5}"/>
              </a:ext>
            </a:extLst>
          </p:cNvPr>
          <p:cNvSpPr/>
          <p:nvPr/>
        </p:nvSpPr>
        <p:spPr>
          <a:xfrm>
            <a:off x="3076278" y="3798049"/>
            <a:ext cx="286454" cy="2641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EAE0EEE-D54B-36CF-AF92-6585127F9DE5}"/>
              </a:ext>
            </a:extLst>
          </p:cNvPr>
          <p:cNvSpPr/>
          <p:nvPr/>
        </p:nvSpPr>
        <p:spPr>
          <a:xfrm>
            <a:off x="2814153" y="4063729"/>
            <a:ext cx="286454" cy="2641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4DE7BD0-0643-3FBD-EEE5-12A598A1FF61}"/>
              </a:ext>
            </a:extLst>
          </p:cNvPr>
          <p:cNvSpPr/>
          <p:nvPr/>
        </p:nvSpPr>
        <p:spPr>
          <a:xfrm>
            <a:off x="3076278" y="4063729"/>
            <a:ext cx="286454" cy="2641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F30614E-9BBB-25D5-849D-84AB8BC6DF11}"/>
              </a:ext>
            </a:extLst>
          </p:cNvPr>
          <p:cNvCxnSpPr>
            <a:cxnSpLocks/>
          </p:cNvCxnSpPr>
          <p:nvPr/>
        </p:nvCxnSpPr>
        <p:spPr>
          <a:xfrm>
            <a:off x="5111265" y="2418660"/>
            <a:ext cx="0" cy="301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2E5ED042-46DC-28D3-9D12-508F0EBBC01B}"/>
              </a:ext>
            </a:extLst>
          </p:cNvPr>
          <p:cNvCxnSpPr>
            <a:cxnSpLocks/>
          </p:cNvCxnSpPr>
          <p:nvPr/>
        </p:nvCxnSpPr>
        <p:spPr>
          <a:xfrm>
            <a:off x="7090412" y="2418660"/>
            <a:ext cx="0" cy="301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60B8493-1B43-CDE7-9A95-21ADD71DF4F8}"/>
              </a:ext>
            </a:extLst>
          </p:cNvPr>
          <p:cNvCxnSpPr>
            <a:cxnSpLocks/>
          </p:cNvCxnSpPr>
          <p:nvPr/>
        </p:nvCxnSpPr>
        <p:spPr>
          <a:xfrm>
            <a:off x="9355457" y="2418660"/>
            <a:ext cx="0" cy="301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B68660C-D5A6-8EFA-9AB1-991962EB5F96}"/>
              </a:ext>
            </a:extLst>
          </p:cNvPr>
          <p:cNvCxnSpPr>
            <a:cxnSpLocks/>
            <a:stCxn id="55" idx="2"/>
          </p:cNvCxnSpPr>
          <p:nvPr/>
        </p:nvCxnSpPr>
        <p:spPr>
          <a:xfrm flipH="1">
            <a:off x="3076279" y="2956232"/>
            <a:ext cx="3959" cy="301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C3B86C34-3ACC-1D61-F124-608CD5EBB0A7}"/>
              </a:ext>
            </a:extLst>
          </p:cNvPr>
          <p:cNvCxnSpPr>
            <a:cxnSpLocks/>
          </p:cNvCxnSpPr>
          <p:nvPr/>
        </p:nvCxnSpPr>
        <p:spPr>
          <a:xfrm flipH="1">
            <a:off x="5107307" y="2956232"/>
            <a:ext cx="3959" cy="301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B68C4F4-D716-1F85-CE0F-ED8D47BE386E}"/>
              </a:ext>
            </a:extLst>
          </p:cNvPr>
          <p:cNvCxnSpPr>
            <a:cxnSpLocks/>
          </p:cNvCxnSpPr>
          <p:nvPr/>
        </p:nvCxnSpPr>
        <p:spPr>
          <a:xfrm flipH="1">
            <a:off x="7078758" y="2956232"/>
            <a:ext cx="3959" cy="301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39B249F-3C04-80B3-DC16-150C75CCB3BF}"/>
              </a:ext>
            </a:extLst>
          </p:cNvPr>
          <p:cNvCxnSpPr>
            <a:cxnSpLocks/>
          </p:cNvCxnSpPr>
          <p:nvPr/>
        </p:nvCxnSpPr>
        <p:spPr>
          <a:xfrm flipH="1">
            <a:off x="9355457" y="2953305"/>
            <a:ext cx="3959" cy="301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510417A9-528B-461E-D3B1-196642E4A227}"/>
              </a:ext>
            </a:extLst>
          </p:cNvPr>
          <p:cNvSpPr/>
          <p:nvPr/>
        </p:nvSpPr>
        <p:spPr>
          <a:xfrm>
            <a:off x="4845182" y="3798050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BC10D29-9450-C322-ABEC-CB7DCD6D73A1}"/>
              </a:ext>
            </a:extLst>
          </p:cNvPr>
          <p:cNvSpPr/>
          <p:nvPr/>
        </p:nvSpPr>
        <p:spPr>
          <a:xfrm>
            <a:off x="5107307" y="3798050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21A9694-A893-EF0D-0F80-EEE250818736}"/>
              </a:ext>
            </a:extLst>
          </p:cNvPr>
          <p:cNvSpPr/>
          <p:nvPr/>
        </p:nvSpPr>
        <p:spPr>
          <a:xfrm>
            <a:off x="4845182" y="4063730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7275523-0651-BEAC-73A5-605D5D48945D}"/>
              </a:ext>
            </a:extLst>
          </p:cNvPr>
          <p:cNvSpPr/>
          <p:nvPr/>
        </p:nvSpPr>
        <p:spPr>
          <a:xfrm>
            <a:off x="5107307" y="4063730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1F46B3B-52E5-D5E2-EC02-BAE5E8FB1F2D}"/>
              </a:ext>
            </a:extLst>
          </p:cNvPr>
          <p:cNvSpPr/>
          <p:nvPr/>
        </p:nvSpPr>
        <p:spPr>
          <a:xfrm>
            <a:off x="6816632" y="3798050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19A05D9A-B0D7-D244-EF9C-E3F65BD487B5}"/>
              </a:ext>
            </a:extLst>
          </p:cNvPr>
          <p:cNvSpPr/>
          <p:nvPr/>
        </p:nvSpPr>
        <p:spPr>
          <a:xfrm>
            <a:off x="7078757" y="3798050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88FDDC8-648D-1CD5-39C6-5D843E53861D}"/>
              </a:ext>
            </a:extLst>
          </p:cNvPr>
          <p:cNvSpPr/>
          <p:nvPr/>
        </p:nvSpPr>
        <p:spPr>
          <a:xfrm>
            <a:off x="6816632" y="4063730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40B5D58-A85E-2901-69E4-BBB50CFA04BE}"/>
              </a:ext>
            </a:extLst>
          </p:cNvPr>
          <p:cNvSpPr/>
          <p:nvPr/>
        </p:nvSpPr>
        <p:spPr>
          <a:xfrm>
            <a:off x="7078757" y="4063730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8B5A6AC-6E65-ADF0-E574-4FBEC6680502}"/>
              </a:ext>
            </a:extLst>
          </p:cNvPr>
          <p:cNvSpPr/>
          <p:nvPr/>
        </p:nvSpPr>
        <p:spPr>
          <a:xfrm>
            <a:off x="9093332" y="3792195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0476B26-E358-71A7-0994-DE41DD953B94}"/>
              </a:ext>
            </a:extLst>
          </p:cNvPr>
          <p:cNvSpPr/>
          <p:nvPr/>
        </p:nvSpPr>
        <p:spPr>
          <a:xfrm>
            <a:off x="9355457" y="3792195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26586D94-F902-5F2F-DC34-1CE9A38878E4}"/>
              </a:ext>
            </a:extLst>
          </p:cNvPr>
          <p:cNvSpPr/>
          <p:nvPr/>
        </p:nvSpPr>
        <p:spPr>
          <a:xfrm>
            <a:off x="9093332" y="4057875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8A9AD0E-B66D-DD1A-19F4-9264AB6D1FA5}"/>
              </a:ext>
            </a:extLst>
          </p:cNvPr>
          <p:cNvSpPr/>
          <p:nvPr/>
        </p:nvSpPr>
        <p:spPr>
          <a:xfrm>
            <a:off x="9355457" y="4057875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95" name="Diamond 94">
            <a:extLst>
              <a:ext uri="{FF2B5EF4-FFF2-40B4-BE49-F238E27FC236}">
                <a16:creationId xmlns:a16="http://schemas.microsoft.com/office/drawing/2014/main" id="{1C53E5B6-77FA-B442-603A-7AC1D9A20127}"/>
              </a:ext>
            </a:extLst>
          </p:cNvPr>
          <p:cNvSpPr/>
          <p:nvPr/>
        </p:nvSpPr>
        <p:spPr>
          <a:xfrm>
            <a:off x="5610901" y="4415717"/>
            <a:ext cx="978691" cy="784422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88" dirty="0"/>
              <a:t>Fusion Method Based on STD</a:t>
            </a:r>
            <a:endParaRPr lang="en-IN" sz="788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63AC5EB-2721-6ACC-D124-4D8D9A98E1FD}"/>
              </a:ext>
            </a:extLst>
          </p:cNvPr>
          <p:cNvSpPr/>
          <p:nvPr/>
        </p:nvSpPr>
        <p:spPr>
          <a:xfrm>
            <a:off x="2828058" y="3249250"/>
            <a:ext cx="512190" cy="241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/>
              <a:t>DWT</a:t>
            </a:r>
            <a:endParaRPr lang="en-IN" sz="1350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5A699CA-4F70-82B4-DADD-902AE1252A0F}"/>
              </a:ext>
            </a:extLst>
          </p:cNvPr>
          <p:cNvSpPr/>
          <p:nvPr/>
        </p:nvSpPr>
        <p:spPr>
          <a:xfrm>
            <a:off x="4857149" y="3249250"/>
            <a:ext cx="512190" cy="241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/>
              <a:t>DWT</a:t>
            </a:r>
            <a:endParaRPr lang="en-IN" sz="1350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3C257AF-958B-3311-F571-7593C029947C}"/>
              </a:ext>
            </a:extLst>
          </p:cNvPr>
          <p:cNvSpPr/>
          <p:nvPr/>
        </p:nvSpPr>
        <p:spPr>
          <a:xfrm>
            <a:off x="6822663" y="3269938"/>
            <a:ext cx="512190" cy="241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/>
              <a:t>DWT</a:t>
            </a:r>
            <a:endParaRPr lang="en-IN" sz="1350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9CA9EA8-0040-2948-86F7-1AAA7E3DABF8}"/>
              </a:ext>
            </a:extLst>
          </p:cNvPr>
          <p:cNvSpPr/>
          <p:nvPr/>
        </p:nvSpPr>
        <p:spPr>
          <a:xfrm>
            <a:off x="9099362" y="3254985"/>
            <a:ext cx="512190" cy="241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/>
              <a:t>DWT</a:t>
            </a:r>
            <a:endParaRPr lang="en-IN" sz="1350" dirty="0"/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D9CC28DA-5E73-EEF7-EDB7-DB80C6A4E2D4}"/>
              </a:ext>
            </a:extLst>
          </p:cNvPr>
          <p:cNvCxnSpPr>
            <a:cxnSpLocks/>
          </p:cNvCxnSpPr>
          <p:nvPr/>
        </p:nvCxnSpPr>
        <p:spPr>
          <a:xfrm flipH="1">
            <a:off x="3072320" y="3496613"/>
            <a:ext cx="3959" cy="301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3D1B77AF-A6FC-8E88-F7AC-DBD226AD7420}"/>
              </a:ext>
            </a:extLst>
          </p:cNvPr>
          <p:cNvCxnSpPr>
            <a:cxnSpLocks/>
          </p:cNvCxnSpPr>
          <p:nvPr/>
        </p:nvCxnSpPr>
        <p:spPr>
          <a:xfrm flipH="1">
            <a:off x="5099993" y="3496613"/>
            <a:ext cx="3959" cy="301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B36B72AC-8710-14DF-6736-04A6A9B7D7C0}"/>
              </a:ext>
            </a:extLst>
          </p:cNvPr>
          <p:cNvCxnSpPr>
            <a:cxnSpLocks/>
          </p:cNvCxnSpPr>
          <p:nvPr/>
        </p:nvCxnSpPr>
        <p:spPr>
          <a:xfrm flipH="1">
            <a:off x="7074800" y="3511566"/>
            <a:ext cx="3959" cy="301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780D4C4C-4478-35A7-FC2E-F96A7515BDE2}"/>
              </a:ext>
            </a:extLst>
          </p:cNvPr>
          <p:cNvCxnSpPr>
            <a:cxnSpLocks/>
          </p:cNvCxnSpPr>
          <p:nvPr/>
        </p:nvCxnSpPr>
        <p:spPr>
          <a:xfrm flipH="1">
            <a:off x="9357437" y="3485023"/>
            <a:ext cx="3959" cy="301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BB5C8EAA-5D97-8887-6609-5544F3E55A62}"/>
              </a:ext>
            </a:extLst>
          </p:cNvPr>
          <p:cNvCxnSpPr>
            <a:cxnSpLocks/>
          </p:cNvCxnSpPr>
          <p:nvPr/>
        </p:nvCxnSpPr>
        <p:spPr>
          <a:xfrm flipV="1">
            <a:off x="5107307" y="4333729"/>
            <a:ext cx="0" cy="163976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33DE01CA-B58F-4726-2A96-1DE97DA0D835}"/>
              </a:ext>
            </a:extLst>
          </p:cNvPr>
          <p:cNvCxnSpPr>
            <a:cxnSpLocks/>
          </p:cNvCxnSpPr>
          <p:nvPr/>
        </p:nvCxnSpPr>
        <p:spPr>
          <a:xfrm flipV="1">
            <a:off x="7080737" y="4333729"/>
            <a:ext cx="0" cy="163976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C0488696-697B-20F0-7DB9-2B6883DF078B}"/>
              </a:ext>
            </a:extLst>
          </p:cNvPr>
          <p:cNvCxnSpPr>
            <a:cxnSpLocks/>
          </p:cNvCxnSpPr>
          <p:nvPr/>
        </p:nvCxnSpPr>
        <p:spPr>
          <a:xfrm flipH="1" flipV="1">
            <a:off x="3078258" y="4333730"/>
            <a:ext cx="5896" cy="524021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6C6CAAD6-C147-EB0E-43B6-9D18AAFD7F08}"/>
              </a:ext>
            </a:extLst>
          </p:cNvPr>
          <p:cNvCxnSpPr>
            <a:cxnSpLocks/>
          </p:cNvCxnSpPr>
          <p:nvPr/>
        </p:nvCxnSpPr>
        <p:spPr>
          <a:xfrm flipH="1" flipV="1">
            <a:off x="9358446" y="4327876"/>
            <a:ext cx="5896" cy="524021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B548E3AC-29B0-69DC-0F50-AB18A73FF0E3}"/>
              </a:ext>
            </a:extLst>
          </p:cNvPr>
          <p:cNvCxnSpPr>
            <a:cxnSpLocks/>
          </p:cNvCxnSpPr>
          <p:nvPr/>
        </p:nvCxnSpPr>
        <p:spPr>
          <a:xfrm>
            <a:off x="5099992" y="4497705"/>
            <a:ext cx="8702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0C88FF19-7B0C-5782-E765-291CB293181E}"/>
              </a:ext>
            </a:extLst>
          </p:cNvPr>
          <p:cNvCxnSpPr>
            <a:cxnSpLocks/>
          </p:cNvCxnSpPr>
          <p:nvPr/>
        </p:nvCxnSpPr>
        <p:spPr>
          <a:xfrm>
            <a:off x="3090184" y="4863465"/>
            <a:ext cx="25771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5BF19892-F707-0CC7-824A-A0E24B9F800B}"/>
              </a:ext>
            </a:extLst>
          </p:cNvPr>
          <p:cNvCxnSpPr>
            <a:cxnSpLocks/>
          </p:cNvCxnSpPr>
          <p:nvPr/>
        </p:nvCxnSpPr>
        <p:spPr>
          <a:xfrm flipH="1">
            <a:off x="6214806" y="4495523"/>
            <a:ext cx="864437" cy="2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36EBBF7A-43D2-F669-F5DF-2E13D0DB1D32}"/>
              </a:ext>
            </a:extLst>
          </p:cNvPr>
          <p:cNvCxnSpPr>
            <a:cxnSpLocks/>
          </p:cNvCxnSpPr>
          <p:nvPr/>
        </p:nvCxnSpPr>
        <p:spPr>
          <a:xfrm flipH="1">
            <a:off x="6530340" y="4851895"/>
            <a:ext cx="2831054" cy="115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43" name="Rectangle 142">
            <a:extLst>
              <a:ext uri="{FF2B5EF4-FFF2-40B4-BE49-F238E27FC236}">
                <a16:creationId xmlns:a16="http://schemas.microsoft.com/office/drawing/2014/main" id="{776B5C7C-0A80-DAAC-21B4-93608F187EC1}"/>
              </a:ext>
            </a:extLst>
          </p:cNvPr>
          <p:cNvSpPr/>
          <p:nvPr/>
        </p:nvSpPr>
        <p:spPr>
          <a:xfrm>
            <a:off x="5602696" y="5530830"/>
            <a:ext cx="978693" cy="2329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Fused Image</a:t>
            </a:r>
            <a:endParaRPr lang="en-IN" sz="1050" dirty="0"/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6A0E4E5D-E1AC-AD0D-788E-AE73C5CC7270}"/>
              </a:ext>
            </a:extLst>
          </p:cNvPr>
          <p:cNvCxnSpPr>
            <a:cxnSpLocks/>
          </p:cNvCxnSpPr>
          <p:nvPr/>
        </p:nvCxnSpPr>
        <p:spPr>
          <a:xfrm flipH="1">
            <a:off x="6092042" y="5200139"/>
            <a:ext cx="3959" cy="301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45" name="Flowchart: Summing Junction 144">
            <a:extLst>
              <a:ext uri="{FF2B5EF4-FFF2-40B4-BE49-F238E27FC236}">
                <a16:creationId xmlns:a16="http://schemas.microsoft.com/office/drawing/2014/main" id="{9DFF71E6-8ED7-03B1-B140-ABE3CCD11D15}"/>
              </a:ext>
            </a:extLst>
          </p:cNvPr>
          <p:cNvSpPr/>
          <p:nvPr/>
        </p:nvSpPr>
        <p:spPr>
          <a:xfrm>
            <a:off x="1749941" y="5530830"/>
            <a:ext cx="231716" cy="232965"/>
          </a:xfrm>
          <a:prstGeom prst="flowChartSummingJunct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97B486F6-01EA-7611-0586-80ACF115289F}"/>
              </a:ext>
            </a:extLst>
          </p:cNvPr>
          <p:cNvSpPr/>
          <p:nvPr/>
        </p:nvSpPr>
        <p:spPr>
          <a:xfrm>
            <a:off x="1985686" y="5530830"/>
            <a:ext cx="1711263" cy="2329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Element Wise Multiplication</a:t>
            </a:r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3091941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81CF84-AD37-AB62-C2DE-5DD6C636170A}"/>
              </a:ext>
            </a:extLst>
          </p:cNvPr>
          <p:cNvSpPr/>
          <p:nvPr/>
        </p:nvSpPr>
        <p:spPr>
          <a:xfrm>
            <a:off x="3985502" y="129964"/>
            <a:ext cx="1028700" cy="2329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Infrared Image</a:t>
            </a:r>
            <a:endParaRPr lang="en-IN" sz="10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E6D3FC-6627-1DF4-1F07-06E02907241B}"/>
              </a:ext>
            </a:extLst>
          </p:cNvPr>
          <p:cNvSpPr/>
          <p:nvPr/>
        </p:nvSpPr>
        <p:spPr>
          <a:xfrm>
            <a:off x="7825499" y="129964"/>
            <a:ext cx="1028700" cy="2329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Visible Image</a:t>
            </a:r>
            <a:endParaRPr lang="en-IN" sz="10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3DB0B5-5D53-EA73-65E0-7E1E4E769427}"/>
              </a:ext>
            </a:extLst>
          </p:cNvPr>
          <p:cNvSpPr/>
          <p:nvPr/>
        </p:nvSpPr>
        <p:spPr>
          <a:xfrm>
            <a:off x="5571719" y="856608"/>
            <a:ext cx="1140453" cy="3248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Background Mask</a:t>
            </a:r>
            <a:endParaRPr lang="en-IN" sz="10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B5C298-190E-165C-4B58-86F749F8200C}"/>
              </a:ext>
            </a:extLst>
          </p:cNvPr>
          <p:cNvSpPr/>
          <p:nvPr/>
        </p:nvSpPr>
        <p:spPr>
          <a:xfrm>
            <a:off x="2348822" y="856608"/>
            <a:ext cx="1028700" cy="2329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/>
              <a:t>Salient Mask</a:t>
            </a:r>
            <a:endParaRPr lang="en-IN" sz="105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952B22-F6A9-751F-3F1E-29BF0A584B93}"/>
              </a:ext>
            </a:extLst>
          </p:cNvPr>
          <p:cNvCxnSpPr>
            <a:cxnSpLocks/>
          </p:cNvCxnSpPr>
          <p:nvPr/>
        </p:nvCxnSpPr>
        <p:spPr>
          <a:xfrm flipH="1">
            <a:off x="2863174" y="246446"/>
            <a:ext cx="1122329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47F0D1-626D-A37C-3831-C52E990D4768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863172" y="246446"/>
            <a:ext cx="0" cy="6101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EF98E9-BC2F-841E-5C16-DCFEE0D2B180}"/>
              </a:ext>
            </a:extLst>
          </p:cNvPr>
          <p:cNvCxnSpPr>
            <a:cxnSpLocks/>
          </p:cNvCxnSpPr>
          <p:nvPr/>
        </p:nvCxnSpPr>
        <p:spPr>
          <a:xfrm flipH="1">
            <a:off x="5014203" y="246446"/>
            <a:ext cx="1122329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6AD2BD3-A34A-0A32-C4A0-5DBC1F70EA68}"/>
              </a:ext>
            </a:extLst>
          </p:cNvPr>
          <p:cNvCxnSpPr>
            <a:cxnSpLocks/>
          </p:cNvCxnSpPr>
          <p:nvPr/>
        </p:nvCxnSpPr>
        <p:spPr>
          <a:xfrm>
            <a:off x="6136531" y="246446"/>
            <a:ext cx="0" cy="6101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9B609D4-CDCB-F0AB-19FC-3E51A43A8388}"/>
              </a:ext>
            </a:extLst>
          </p:cNvPr>
          <p:cNvSpPr/>
          <p:nvPr/>
        </p:nvSpPr>
        <p:spPr>
          <a:xfrm>
            <a:off x="4230446" y="954572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1BD4DF-6140-385D-59A6-F10C7B9C214B}"/>
              </a:ext>
            </a:extLst>
          </p:cNvPr>
          <p:cNvSpPr/>
          <p:nvPr/>
        </p:nvSpPr>
        <p:spPr>
          <a:xfrm>
            <a:off x="4492571" y="954572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D66CEE-0AB5-80B1-C381-A0E2D3B6A115}"/>
              </a:ext>
            </a:extLst>
          </p:cNvPr>
          <p:cNvSpPr/>
          <p:nvPr/>
        </p:nvSpPr>
        <p:spPr>
          <a:xfrm>
            <a:off x="4230446" y="1220252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968C33-9F5C-A222-2B57-6B88FE92EB71}"/>
              </a:ext>
            </a:extLst>
          </p:cNvPr>
          <p:cNvSpPr/>
          <p:nvPr/>
        </p:nvSpPr>
        <p:spPr>
          <a:xfrm>
            <a:off x="4492571" y="1220252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FFD25A-42C1-B639-BB8C-DE939AAB0A9E}"/>
              </a:ext>
            </a:extLst>
          </p:cNvPr>
          <p:cNvSpPr/>
          <p:nvPr/>
        </p:nvSpPr>
        <p:spPr>
          <a:xfrm>
            <a:off x="8087330" y="954572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C9E8DE-4213-4664-4B24-5DAD93EA4E57}"/>
              </a:ext>
            </a:extLst>
          </p:cNvPr>
          <p:cNvSpPr/>
          <p:nvPr/>
        </p:nvSpPr>
        <p:spPr>
          <a:xfrm>
            <a:off x="8349455" y="954572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F41A40-4C3C-1989-F9ED-C834115A7B4A}"/>
              </a:ext>
            </a:extLst>
          </p:cNvPr>
          <p:cNvSpPr/>
          <p:nvPr/>
        </p:nvSpPr>
        <p:spPr>
          <a:xfrm>
            <a:off x="8087330" y="1220252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9261C3-C14E-BB64-4FA3-38A185C4E5F2}"/>
              </a:ext>
            </a:extLst>
          </p:cNvPr>
          <p:cNvSpPr/>
          <p:nvPr/>
        </p:nvSpPr>
        <p:spPr>
          <a:xfrm>
            <a:off x="8349455" y="1220252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A7B43A6-3E57-43BD-887B-976668D282CA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4499852" y="362929"/>
            <a:ext cx="0" cy="5916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FFF448E-EDAA-A12F-A44D-8C5AC35CF55C}"/>
              </a:ext>
            </a:extLst>
          </p:cNvPr>
          <p:cNvCxnSpPr>
            <a:cxnSpLocks/>
          </p:cNvCxnSpPr>
          <p:nvPr/>
        </p:nvCxnSpPr>
        <p:spPr>
          <a:xfrm>
            <a:off x="8349455" y="362929"/>
            <a:ext cx="0" cy="5916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5D0CD79-2354-5DD5-554A-99223252B7A1}"/>
              </a:ext>
            </a:extLst>
          </p:cNvPr>
          <p:cNvSpPr/>
          <p:nvPr/>
        </p:nvSpPr>
        <p:spPr>
          <a:xfrm>
            <a:off x="4577128" y="537936"/>
            <a:ext cx="585421" cy="2329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/>
              <a:t>DWT</a:t>
            </a:r>
            <a:endParaRPr lang="en-IN" sz="13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0E8780-164F-CFC5-2C1F-FB788C520A9C}"/>
              </a:ext>
            </a:extLst>
          </p:cNvPr>
          <p:cNvSpPr/>
          <p:nvPr/>
        </p:nvSpPr>
        <p:spPr>
          <a:xfrm>
            <a:off x="8426732" y="537936"/>
            <a:ext cx="583918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/>
              <a:t>DWT</a:t>
            </a:r>
            <a:endParaRPr lang="en-IN" sz="1350" dirty="0"/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456EAF92-285E-CED8-8076-7563879C14D8}"/>
              </a:ext>
            </a:extLst>
          </p:cNvPr>
          <p:cNvSpPr/>
          <p:nvPr/>
        </p:nvSpPr>
        <p:spPr>
          <a:xfrm>
            <a:off x="6750794" y="1495593"/>
            <a:ext cx="1140452" cy="90650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88" dirty="0"/>
              <a:t>Fusion Method Based on STD</a:t>
            </a:r>
            <a:endParaRPr lang="en-IN" sz="788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0A0CCA5-D0E6-AA85-5208-0326F3DF5E6E}"/>
              </a:ext>
            </a:extLst>
          </p:cNvPr>
          <p:cNvSpPr/>
          <p:nvPr/>
        </p:nvSpPr>
        <p:spPr>
          <a:xfrm>
            <a:off x="7058896" y="2590319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0A0FBD1-192E-C7E0-46C0-F64D856045CB}"/>
              </a:ext>
            </a:extLst>
          </p:cNvPr>
          <p:cNvSpPr/>
          <p:nvPr/>
        </p:nvSpPr>
        <p:spPr>
          <a:xfrm>
            <a:off x="7321021" y="2590319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A7184C7-BE6B-361B-9040-179C8A217ACA}"/>
              </a:ext>
            </a:extLst>
          </p:cNvPr>
          <p:cNvSpPr/>
          <p:nvPr/>
        </p:nvSpPr>
        <p:spPr>
          <a:xfrm>
            <a:off x="7058896" y="2855999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DE70C63-89DA-7B18-45BB-C7FB695E6B85}"/>
              </a:ext>
            </a:extLst>
          </p:cNvPr>
          <p:cNvSpPr/>
          <p:nvPr/>
        </p:nvSpPr>
        <p:spPr>
          <a:xfrm>
            <a:off x="7321021" y="2855999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16DBCA9-F0BD-B283-35D6-81EB3C7D4408}"/>
              </a:ext>
            </a:extLst>
          </p:cNvPr>
          <p:cNvCxnSpPr>
            <a:cxnSpLocks/>
          </p:cNvCxnSpPr>
          <p:nvPr/>
        </p:nvCxnSpPr>
        <p:spPr>
          <a:xfrm>
            <a:off x="7321021" y="2415045"/>
            <a:ext cx="0" cy="176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28A3B24-802E-3B6C-2617-874340258E05}"/>
              </a:ext>
            </a:extLst>
          </p:cNvPr>
          <p:cNvCxnSpPr>
            <a:cxnSpLocks/>
          </p:cNvCxnSpPr>
          <p:nvPr/>
        </p:nvCxnSpPr>
        <p:spPr>
          <a:xfrm>
            <a:off x="7321021" y="3125999"/>
            <a:ext cx="0" cy="380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181DDB7E-64E4-6247-167E-94C17BCA5660}"/>
              </a:ext>
            </a:extLst>
          </p:cNvPr>
          <p:cNvSpPr/>
          <p:nvPr/>
        </p:nvSpPr>
        <p:spPr>
          <a:xfrm>
            <a:off x="7448146" y="3185584"/>
            <a:ext cx="585421" cy="2329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/>
              <a:t>IDWT</a:t>
            </a:r>
            <a:endParaRPr lang="en-IN" sz="135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D321BA5-3040-039A-1193-8339EDD1495E}"/>
              </a:ext>
            </a:extLst>
          </p:cNvPr>
          <p:cNvSpPr/>
          <p:nvPr/>
        </p:nvSpPr>
        <p:spPr>
          <a:xfrm>
            <a:off x="6912827" y="3532479"/>
            <a:ext cx="816387" cy="2329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/>
              <a:t>Image-2</a:t>
            </a:r>
            <a:endParaRPr lang="en-IN" sz="1350" dirty="0"/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A0A3EB90-8537-AA4C-1BA8-33736A000B9A}"/>
              </a:ext>
            </a:extLst>
          </p:cNvPr>
          <p:cNvSpPr/>
          <p:nvPr/>
        </p:nvSpPr>
        <p:spPr>
          <a:xfrm>
            <a:off x="2945931" y="1490252"/>
            <a:ext cx="1140452" cy="90650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88" dirty="0"/>
              <a:t>Fusion Method Based on STD</a:t>
            </a:r>
            <a:endParaRPr lang="en-IN" sz="788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E667532-C8FB-B340-C62B-A22B6DCD1B9C}"/>
              </a:ext>
            </a:extLst>
          </p:cNvPr>
          <p:cNvSpPr/>
          <p:nvPr/>
        </p:nvSpPr>
        <p:spPr>
          <a:xfrm>
            <a:off x="3257276" y="2577974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297DFFD-0BA5-B3DD-0E01-AFDA86DB9B84}"/>
              </a:ext>
            </a:extLst>
          </p:cNvPr>
          <p:cNvSpPr/>
          <p:nvPr/>
        </p:nvSpPr>
        <p:spPr>
          <a:xfrm>
            <a:off x="3519401" y="2577974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109633F-19B4-3BE4-93B1-F395E0DBD7B1}"/>
              </a:ext>
            </a:extLst>
          </p:cNvPr>
          <p:cNvSpPr/>
          <p:nvPr/>
        </p:nvSpPr>
        <p:spPr>
          <a:xfrm>
            <a:off x="3257276" y="2843654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E8ADD12-2914-66D2-7379-02A1D456DEB3}"/>
              </a:ext>
            </a:extLst>
          </p:cNvPr>
          <p:cNvSpPr/>
          <p:nvPr/>
        </p:nvSpPr>
        <p:spPr>
          <a:xfrm>
            <a:off x="3519401" y="2843654"/>
            <a:ext cx="270000" cy="27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F72D189-D4C9-DE4D-6FEE-32A11753DBFA}"/>
              </a:ext>
            </a:extLst>
          </p:cNvPr>
          <p:cNvCxnSpPr>
            <a:cxnSpLocks/>
          </p:cNvCxnSpPr>
          <p:nvPr/>
        </p:nvCxnSpPr>
        <p:spPr>
          <a:xfrm>
            <a:off x="3519401" y="2402700"/>
            <a:ext cx="0" cy="176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B43788BA-566B-0348-D34F-C9828B0AC175}"/>
              </a:ext>
            </a:extLst>
          </p:cNvPr>
          <p:cNvCxnSpPr>
            <a:cxnSpLocks/>
          </p:cNvCxnSpPr>
          <p:nvPr/>
        </p:nvCxnSpPr>
        <p:spPr>
          <a:xfrm>
            <a:off x="3519401" y="3113654"/>
            <a:ext cx="0" cy="380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72E813FC-E309-2246-BB6A-3D22AAE67DC9}"/>
              </a:ext>
            </a:extLst>
          </p:cNvPr>
          <p:cNvSpPr/>
          <p:nvPr/>
        </p:nvSpPr>
        <p:spPr>
          <a:xfrm>
            <a:off x="3646526" y="3173239"/>
            <a:ext cx="585421" cy="2329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/>
              <a:t>IDWT</a:t>
            </a:r>
            <a:endParaRPr lang="en-IN" sz="1350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FEAD6F3-AA71-A80D-1D0D-A2CE79E624E4}"/>
              </a:ext>
            </a:extLst>
          </p:cNvPr>
          <p:cNvSpPr/>
          <p:nvPr/>
        </p:nvSpPr>
        <p:spPr>
          <a:xfrm>
            <a:off x="3111207" y="3520134"/>
            <a:ext cx="816387" cy="2329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/>
              <a:t>Image-1</a:t>
            </a:r>
            <a:endParaRPr lang="en-IN" sz="1350" dirty="0"/>
          </a:p>
        </p:txBody>
      </p:sp>
      <p:sp>
        <p:nvSpPr>
          <p:cNvPr id="79" name="Diamond 78">
            <a:extLst>
              <a:ext uri="{FF2B5EF4-FFF2-40B4-BE49-F238E27FC236}">
                <a16:creationId xmlns:a16="http://schemas.microsoft.com/office/drawing/2014/main" id="{B55722F2-56CE-BFEC-C932-26ED01A145A2}"/>
              </a:ext>
            </a:extLst>
          </p:cNvPr>
          <p:cNvSpPr/>
          <p:nvPr/>
        </p:nvSpPr>
        <p:spPr>
          <a:xfrm>
            <a:off x="5014202" y="4020092"/>
            <a:ext cx="1140452" cy="90650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88" dirty="0"/>
              <a:t>Fusion Method Based on STD</a:t>
            </a:r>
            <a:endParaRPr lang="en-IN" sz="788" dirty="0"/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74C1BD2-C4F0-4B9C-F997-99D7A30932E7}"/>
              </a:ext>
            </a:extLst>
          </p:cNvPr>
          <p:cNvCxnSpPr>
            <a:cxnSpLocks/>
          </p:cNvCxnSpPr>
          <p:nvPr/>
        </p:nvCxnSpPr>
        <p:spPr>
          <a:xfrm>
            <a:off x="2863172" y="1089573"/>
            <a:ext cx="394104" cy="611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624752B-0870-D8A3-4E38-6B2D94EA16B8}"/>
              </a:ext>
            </a:extLst>
          </p:cNvPr>
          <p:cNvCxnSpPr>
            <a:cxnSpLocks/>
          </p:cNvCxnSpPr>
          <p:nvPr/>
        </p:nvCxnSpPr>
        <p:spPr>
          <a:xfrm flipH="1">
            <a:off x="3829200" y="1493079"/>
            <a:ext cx="670652" cy="2379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837CE26-DC62-4719-E391-1E5192CFAB9B}"/>
              </a:ext>
            </a:extLst>
          </p:cNvPr>
          <p:cNvCxnSpPr>
            <a:cxnSpLocks/>
          </p:cNvCxnSpPr>
          <p:nvPr/>
        </p:nvCxnSpPr>
        <p:spPr>
          <a:xfrm>
            <a:off x="6154654" y="1192600"/>
            <a:ext cx="858265" cy="5384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E76DC8E-FE82-B200-CE71-AB5F56EDEFBD}"/>
              </a:ext>
            </a:extLst>
          </p:cNvPr>
          <p:cNvCxnSpPr>
            <a:cxnSpLocks/>
          </p:cNvCxnSpPr>
          <p:nvPr/>
        </p:nvCxnSpPr>
        <p:spPr>
          <a:xfrm flipH="1">
            <a:off x="7609059" y="1490251"/>
            <a:ext cx="747303" cy="2408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286A2CB-B6C7-35DC-6B35-7FDAEAE91606}"/>
              </a:ext>
            </a:extLst>
          </p:cNvPr>
          <p:cNvCxnSpPr>
            <a:cxnSpLocks/>
          </p:cNvCxnSpPr>
          <p:nvPr/>
        </p:nvCxnSpPr>
        <p:spPr>
          <a:xfrm>
            <a:off x="3516157" y="3753095"/>
            <a:ext cx="1763017" cy="4839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6CAF2D46-6903-0DDA-36C6-E95AA8F05B57}"/>
              </a:ext>
            </a:extLst>
          </p:cNvPr>
          <p:cNvCxnSpPr>
            <a:cxnSpLocks/>
          </p:cNvCxnSpPr>
          <p:nvPr/>
        </p:nvCxnSpPr>
        <p:spPr>
          <a:xfrm flipH="1">
            <a:off x="5888736" y="3778121"/>
            <a:ext cx="1440160" cy="4589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FA3C83D-E1D2-F463-D766-B7209739D6C6}"/>
              </a:ext>
            </a:extLst>
          </p:cNvPr>
          <p:cNvCxnSpPr>
            <a:cxnSpLocks/>
          </p:cNvCxnSpPr>
          <p:nvPr/>
        </p:nvCxnSpPr>
        <p:spPr>
          <a:xfrm>
            <a:off x="5582602" y="4926592"/>
            <a:ext cx="14388" cy="652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430B16BD-3DDF-6363-3C53-82861E2709EC}"/>
              </a:ext>
            </a:extLst>
          </p:cNvPr>
          <p:cNvSpPr/>
          <p:nvPr/>
        </p:nvSpPr>
        <p:spPr>
          <a:xfrm>
            <a:off x="5182575" y="5579327"/>
            <a:ext cx="828829" cy="436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/>
              <a:t>Fused Image</a:t>
            </a:r>
            <a:endParaRPr lang="en-IN" sz="1350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1F7464E-2EB1-5950-A795-092728EE2E4A}"/>
              </a:ext>
            </a:extLst>
          </p:cNvPr>
          <p:cNvSpPr/>
          <p:nvPr/>
        </p:nvSpPr>
        <p:spPr>
          <a:xfrm>
            <a:off x="5718693" y="5136479"/>
            <a:ext cx="585421" cy="2329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50" dirty="0"/>
              <a:t>IDWT</a:t>
            </a:r>
            <a:endParaRPr lang="en-IN" sz="1350" dirty="0"/>
          </a:p>
        </p:txBody>
      </p:sp>
    </p:spTree>
    <p:extLst>
      <p:ext uri="{BB962C8B-B14F-4D97-AF65-F5344CB8AC3E}">
        <p14:creationId xmlns:p14="http://schemas.microsoft.com/office/powerpoint/2010/main" val="4122443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501</TotalTime>
  <Words>63</Words>
  <Application>Microsoft Office PowerPoint</Application>
  <PresentationFormat>Widescreen</PresentationFormat>
  <Paragraphs>31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Kumar Sah</dc:creator>
  <cp:lastModifiedBy>Shubham Kumar Sah</cp:lastModifiedBy>
  <cp:revision>34</cp:revision>
  <dcterms:created xsi:type="dcterms:W3CDTF">2025-11-21T07:46:46Z</dcterms:created>
  <dcterms:modified xsi:type="dcterms:W3CDTF">2025-12-02T04:55:36Z</dcterms:modified>
</cp:coreProperties>
</file>