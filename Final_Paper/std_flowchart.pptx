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F6B6-78A5-6E28-AA73-11D0A5510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8024C-40D6-EC9C-E79C-56C9BBD4C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5702C-0FD5-74FC-C6E1-92C3A4B9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B1DF5-80F5-2B16-379B-D45B6E9C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40A76-61DD-844F-905A-1D695444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02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F70C-5FD6-CE54-9235-E4250F33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87FB-B8BF-F803-AC68-6F2B1F054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1EDB1-849C-4A03-9EAE-83761AA8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32BEA-FEE3-4E1A-55A3-E2F9A100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55EB6-47F2-46CF-B21F-52E2DE68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07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497D-CAA7-7D27-9564-7E2AA390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BDD82-3315-6557-8A40-97E1A35DA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772C-2B94-C8EE-1505-D92F03119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DB466-E9CB-4306-4411-2631D19F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54E6-A7E8-1656-8ADF-39A93689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52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C8EB-8098-4A4C-7570-F0BE7E9F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816B-CD25-C3C6-CD01-6E16F27BB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0A117-616E-468B-B7BD-4E67011DD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9BA86-D233-95DF-74CF-A3B41254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23649-28B0-53DC-36EC-0E368E56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08227-125B-88FE-AFDB-D4BEA67E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76F3-9BCE-E43C-F7AB-541F2A68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338BF-7D73-D4AC-4938-85744D9BC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BF872-C36D-E2CB-B357-9405AF4F6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13B41-A4D5-93B5-44BC-331A7BB32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3DFDB-863B-B348-7B72-F2687D8FA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6208D-1AC8-E9CA-C4E7-D5AA838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7BCCB-5D56-3AFD-BBF8-07C441EE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B8DA3-DCC6-97E4-6654-83056EDD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88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B705-6199-7959-904E-E01D8723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DEA3E-F607-43F3-AA9F-08DE12A4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8152F-407E-2917-016B-B52FDD1C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C23EE-C437-5623-B02B-3C6665C8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1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561D7-3B71-7E5C-D523-E39C9D9A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5D6E9-70D8-61AE-302A-E89C31B66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8AD42-84EF-98F3-1655-D2B3D941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48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C761-AAA7-8272-E4D1-C74F3E1F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9B0BF-DE9E-CDC0-76F8-10410211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DB673-7AE4-73B1-CE2A-C1E962D5C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75D1F-FAFF-D0F3-DDCE-1E4A6A29F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E6108-E712-2DDB-C63B-CC78FED9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F1B91-EB10-8BC6-65DB-15D315E3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5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012C-6B4A-D4FD-79E3-443EF9D3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DB87A5-D3BF-582B-F936-2648CDB17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764AE-A6ED-487F-13EF-0130EF2EE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3998A-C972-ADB0-63AC-52074EB5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B335C-98A8-1334-142A-BF3D8289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1C1C0-7E82-6908-2009-9601552B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7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37D2-1B0A-D01A-357B-736F1605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E94BB-6674-BADF-2076-91F3308DB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9082-402F-F684-9646-F1454EE6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76EFF-E0DD-8BE7-AAA8-DF1C7E2B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FEC82-890E-7720-71E5-0D602B2B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92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AD56FB-A6B4-09F7-BBFA-CBDA40E5E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7E9E8-0519-6945-2A04-7485DC4C5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AC019-8455-3901-196D-56D9D7A7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28F11-D2C6-69F1-3636-FBE9B8BA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A1BC1-9E7D-7D32-ECD0-CD95ECDA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5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7854B-38F7-D08F-A86A-F987BD10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49943-37A1-B197-22D6-E8D752031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EC10-D45A-656F-E610-F6785B2C8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B5D7F-6266-4B4C-8796-75C14421C25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61BA7-8F7E-E5BA-83D7-7290F91C6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7E960-FBC2-2734-08B4-A6BEB01EE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92B3F-421B-4C04-9E56-4FDA3A51A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6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EB0F8A-80EC-7585-DD07-5CD1CA915589}"/>
              </a:ext>
            </a:extLst>
          </p:cNvPr>
          <p:cNvSpPr/>
          <p:nvPr/>
        </p:nvSpPr>
        <p:spPr>
          <a:xfrm>
            <a:off x="1611551" y="437339"/>
            <a:ext cx="1801036" cy="416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Infrared Image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EE3221-0A49-4A1D-1C44-2D7A867B5663}"/>
              </a:ext>
            </a:extLst>
          </p:cNvPr>
          <p:cNvSpPr/>
          <p:nvPr/>
        </p:nvSpPr>
        <p:spPr>
          <a:xfrm>
            <a:off x="4495091" y="437339"/>
            <a:ext cx="1801036" cy="416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Visible Image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618B1E-79FE-9199-BDB7-0EEB92579395}"/>
              </a:ext>
            </a:extLst>
          </p:cNvPr>
          <p:cNvSpPr/>
          <p:nvPr/>
        </p:nvSpPr>
        <p:spPr>
          <a:xfrm>
            <a:off x="2955385" y="1395717"/>
            <a:ext cx="1801036" cy="6373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Background Mask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4A0FD-29A2-DCCD-01ED-C8123E4F75BF}"/>
              </a:ext>
            </a:extLst>
          </p:cNvPr>
          <p:cNvSpPr/>
          <p:nvPr/>
        </p:nvSpPr>
        <p:spPr>
          <a:xfrm>
            <a:off x="257582" y="1395717"/>
            <a:ext cx="1801036" cy="6373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Salient Mask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9F943-47DD-0CFA-304A-E3583A230559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167828" y="645775"/>
            <a:ext cx="4437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D9B4DB-25F1-655A-E76C-4AB31AE5A51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158100" y="645774"/>
            <a:ext cx="0" cy="74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8AAB74-883F-032A-BD75-69F2DDED65F3}"/>
              </a:ext>
            </a:extLst>
          </p:cNvPr>
          <p:cNvCxnSpPr>
            <a:cxnSpLocks/>
          </p:cNvCxnSpPr>
          <p:nvPr/>
        </p:nvCxnSpPr>
        <p:spPr>
          <a:xfrm>
            <a:off x="3412587" y="645774"/>
            <a:ext cx="4437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873D6A-0099-9B4A-22BA-25485F96DED2}"/>
              </a:ext>
            </a:extLst>
          </p:cNvPr>
          <p:cNvCxnSpPr>
            <a:cxnSpLocks/>
          </p:cNvCxnSpPr>
          <p:nvPr/>
        </p:nvCxnSpPr>
        <p:spPr>
          <a:xfrm>
            <a:off x="3856310" y="645773"/>
            <a:ext cx="0" cy="74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lowchart: Summing Junction 15">
            <a:extLst>
              <a:ext uri="{FF2B5EF4-FFF2-40B4-BE49-F238E27FC236}">
                <a16:creationId xmlns:a16="http://schemas.microsoft.com/office/drawing/2014/main" id="{EB72BBCB-6D12-63A4-5992-CDCC6B3A1983}"/>
              </a:ext>
            </a:extLst>
          </p:cNvPr>
          <p:cNvSpPr/>
          <p:nvPr/>
        </p:nvSpPr>
        <p:spPr>
          <a:xfrm>
            <a:off x="963547" y="2783022"/>
            <a:ext cx="389106" cy="337023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Summing Junction 16">
            <a:extLst>
              <a:ext uri="{FF2B5EF4-FFF2-40B4-BE49-F238E27FC236}">
                <a16:creationId xmlns:a16="http://schemas.microsoft.com/office/drawing/2014/main" id="{81E57E3B-656F-9E39-CB28-6F8BD4E57408}"/>
              </a:ext>
            </a:extLst>
          </p:cNvPr>
          <p:cNvSpPr/>
          <p:nvPr/>
        </p:nvSpPr>
        <p:spPr>
          <a:xfrm>
            <a:off x="3661350" y="2783021"/>
            <a:ext cx="389106" cy="337023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7E8185-F64E-E908-47FC-168FF0877F12}"/>
              </a:ext>
            </a:extLst>
          </p:cNvPr>
          <p:cNvCxnSpPr>
            <a:cxnSpLocks/>
          </p:cNvCxnSpPr>
          <p:nvPr/>
        </p:nvCxnSpPr>
        <p:spPr>
          <a:xfrm>
            <a:off x="1155366" y="2033081"/>
            <a:ext cx="0" cy="74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B7D8F2-259F-6301-439E-4DC1B8ACAF0D}"/>
              </a:ext>
            </a:extLst>
          </p:cNvPr>
          <p:cNvCxnSpPr>
            <a:cxnSpLocks/>
          </p:cNvCxnSpPr>
          <p:nvPr/>
        </p:nvCxnSpPr>
        <p:spPr>
          <a:xfrm>
            <a:off x="3855903" y="2033081"/>
            <a:ext cx="0" cy="74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FC9457-FD71-B3CA-A112-F45DD4FC397E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512069" y="854210"/>
            <a:ext cx="0" cy="20973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1450C8-1E7C-7C57-DA16-D9EC47602747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352653" y="2951532"/>
            <a:ext cx="114654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9F3F09-38B2-CF82-9440-D87F7C463480}"/>
              </a:ext>
            </a:extLst>
          </p:cNvPr>
          <p:cNvCxnSpPr>
            <a:cxnSpLocks/>
          </p:cNvCxnSpPr>
          <p:nvPr/>
        </p:nvCxnSpPr>
        <p:spPr>
          <a:xfrm flipV="1">
            <a:off x="5405335" y="854210"/>
            <a:ext cx="0" cy="20973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D6274F-479E-97A2-0148-CB721086CDE9}"/>
              </a:ext>
            </a:extLst>
          </p:cNvPr>
          <p:cNvCxnSpPr>
            <a:cxnSpLocks/>
          </p:cNvCxnSpPr>
          <p:nvPr/>
        </p:nvCxnSpPr>
        <p:spPr>
          <a:xfrm flipH="1">
            <a:off x="4066059" y="2951534"/>
            <a:ext cx="1329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lowchart: Or 31">
            <a:extLst>
              <a:ext uri="{FF2B5EF4-FFF2-40B4-BE49-F238E27FC236}">
                <a16:creationId xmlns:a16="http://schemas.microsoft.com/office/drawing/2014/main" id="{AD943DF7-6322-B743-5318-9CC51641E16C}"/>
              </a:ext>
            </a:extLst>
          </p:cNvPr>
          <p:cNvSpPr/>
          <p:nvPr/>
        </p:nvSpPr>
        <p:spPr>
          <a:xfrm>
            <a:off x="2317516" y="3569444"/>
            <a:ext cx="389106" cy="337023"/>
          </a:xfrm>
          <a:prstGeom prst="flowChar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148C66-0D88-8347-9000-1E59D68AA990}"/>
              </a:ext>
            </a:extLst>
          </p:cNvPr>
          <p:cNvCxnSpPr>
            <a:cxnSpLocks/>
          </p:cNvCxnSpPr>
          <p:nvPr/>
        </p:nvCxnSpPr>
        <p:spPr>
          <a:xfrm flipV="1">
            <a:off x="1167828" y="3120044"/>
            <a:ext cx="0" cy="617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E547CAC-502F-421E-1167-AD1840189173}"/>
              </a:ext>
            </a:extLst>
          </p:cNvPr>
          <p:cNvCxnSpPr>
            <a:cxnSpLocks/>
          </p:cNvCxnSpPr>
          <p:nvPr/>
        </p:nvCxnSpPr>
        <p:spPr>
          <a:xfrm flipV="1">
            <a:off x="3855903" y="3120043"/>
            <a:ext cx="0" cy="617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288E88-39B7-A176-74A7-C8C60552DC1F}"/>
              </a:ext>
            </a:extLst>
          </p:cNvPr>
          <p:cNvCxnSpPr>
            <a:cxnSpLocks/>
          </p:cNvCxnSpPr>
          <p:nvPr/>
        </p:nvCxnSpPr>
        <p:spPr>
          <a:xfrm flipH="1">
            <a:off x="2709356" y="3737954"/>
            <a:ext cx="114654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C37F82C-309B-A4D2-CEB3-23604E6F37C6}"/>
              </a:ext>
            </a:extLst>
          </p:cNvPr>
          <p:cNvCxnSpPr>
            <a:cxnSpLocks/>
          </p:cNvCxnSpPr>
          <p:nvPr/>
        </p:nvCxnSpPr>
        <p:spPr>
          <a:xfrm>
            <a:off x="1167828" y="3721846"/>
            <a:ext cx="11576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9EAF467-C608-A80A-0043-30A4807D1414}"/>
              </a:ext>
            </a:extLst>
          </p:cNvPr>
          <p:cNvCxnSpPr>
            <a:cxnSpLocks/>
          </p:cNvCxnSpPr>
          <p:nvPr/>
        </p:nvCxnSpPr>
        <p:spPr>
          <a:xfrm>
            <a:off x="2496466" y="3906467"/>
            <a:ext cx="0" cy="74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AAC213E-2EB2-592B-6161-C99E5F7211E9}"/>
              </a:ext>
            </a:extLst>
          </p:cNvPr>
          <p:cNvSpPr/>
          <p:nvPr/>
        </p:nvSpPr>
        <p:spPr>
          <a:xfrm>
            <a:off x="1611551" y="4674751"/>
            <a:ext cx="1801036" cy="6373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Fused Image</a:t>
            </a:r>
            <a:endParaRPr lang="en-IN" dirty="0"/>
          </a:p>
        </p:txBody>
      </p:sp>
      <p:sp>
        <p:nvSpPr>
          <p:cNvPr id="45" name="Flowchart: Summing Junction 44">
            <a:extLst>
              <a:ext uri="{FF2B5EF4-FFF2-40B4-BE49-F238E27FC236}">
                <a16:creationId xmlns:a16="http://schemas.microsoft.com/office/drawing/2014/main" id="{190DAEA4-AFB8-8158-22D2-C69B56A0354C}"/>
              </a:ext>
            </a:extLst>
          </p:cNvPr>
          <p:cNvSpPr/>
          <p:nvPr/>
        </p:nvSpPr>
        <p:spPr>
          <a:xfrm>
            <a:off x="592530" y="5561891"/>
            <a:ext cx="389106" cy="337023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lowchart: Or 45">
            <a:extLst>
              <a:ext uri="{FF2B5EF4-FFF2-40B4-BE49-F238E27FC236}">
                <a16:creationId xmlns:a16="http://schemas.microsoft.com/office/drawing/2014/main" id="{CE49DDD7-724E-E6A2-4035-7FC08C0865C0}"/>
              </a:ext>
            </a:extLst>
          </p:cNvPr>
          <p:cNvSpPr/>
          <p:nvPr/>
        </p:nvSpPr>
        <p:spPr>
          <a:xfrm>
            <a:off x="592530" y="6163487"/>
            <a:ext cx="389106" cy="337023"/>
          </a:xfrm>
          <a:prstGeom prst="flowChar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8B17B8-2FD1-094E-DF08-29334978BD6D}"/>
              </a:ext>
            </a:extLst>
          </p:cNvPr>
          <p:cNvSpPr/>
          <p:nvPr/>
        </p:nvSpPr>
        <p:spPr>
          <a:xfrm>
            <a:off x="992726" y="5521966"/>
            <a:ext cx="3053975" cy="4168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Element-wise Multiplication</a:t>
            </a:r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34D26E-F027-C051-9554-2D3D0FE14A49}"/>
              </a:ext>
            </a:extLst>
          </p:cNvPr>
          <p:cNvSpPr/>
          <p:nvPr/>
        </p:nvSpPr>
        <p:spPr>
          <a:xfrm>
            <a:off x="1031643" y="6123562"/>
            <a:ext cx="1166809" cy="4168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91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 Sah</dc:creator>
  <cp:lastModifiedBy>Shubham Kumar Sah</cp:lastModifiedBy>
  <cp:revision>9</cp:revision>
  <dcterms:created xsi:type="dcterms:W3CDTF">2025-11-30T15:08:51Z</dcterms:created>
  <dcterms:modified xsi:type="dcterms:W3CDTF">2025-11-30T15:26:05Z</dcterms:modified>
</cp:coreProperties>
</file>